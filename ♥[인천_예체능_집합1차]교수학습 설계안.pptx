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Lst>
  <p:sldSz cy="8999525" cx="12192000"/>
  <p:notesSz cx="6807200" cy="993932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3" roundtripDataSignature="AMtx7mjcv2CM8mPFqDJUA5wbb8b/LH6Ci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696451C-7B14-4947-B521-75B43C7F2E85}">
  <a:tblStyle styleId="{C696451C-7B14-4947-B521-75B43C7F2E85}"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A1C738CF-829A-411B-A837-AF506D24D68F}" styleName="Table_1">
    <a:wholeTbl>
      <a:tcTxStyle b="off" i="off">
        <a:font>
          <a:latin typeface="맑은 고딕"/>
          <a:ea typeface="맑은 고딕"/>
          <a:cs typeface="맑은 고딕"/>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F0F0F0"/>
          </a:solidFill>
        </a:fill>
      </a:tcStyle>
    </a:wholeTbl>
    <a:band1H>
      <a:tcTxStyle/>
      <a:tcStyle>
        <a:fill>
          <a:solidFill>
            <a:srgbClr val="E0E0E0"/>
          </a:solidFill>
        </a:fill>
      </a:tcStyle>
    </a:band1H>
    <a:band2H>
      <a:tcTxStyle/>
    </a:band2H>
    <a:band1V>
      <a:tcTxStyle/>
      <a:tcStyle>
        <a:fill>
          <a:solidFill>
            <a:srgbClr val="E0E0E0"/>
          </a:solidFill>
        </a:fill>
      </a:tcStyle>
    </a:band1V>
    <a:band2V>
      <a:tcTxStyle/>
    </a:band2V>
    <a:lastCol>
      <a:tcTxStyle b="on" i="off">
        <a:font>
          <a:latin typeface="맑은 고딕"/>
          <a:ea typeface="맑은 고딕"/>
          <a:cs typeface="맑은 고딕"/>
        </a:font>
        <a:schemeClr val="lt1"/>
      </a:tcTxStyle>
      <a:tcStyle>
        <a:fill>
          <a:solidFill>
            <a:schemeClr val="accent3"/>
          </a:solidFill>
        </a:fill>
      </a:tcStyle>
    </a:lastCol>
    <a:firstCol>
      <a:tcTxStyle b="on" i="off">
        <a:font>
          <a:latin typeface="맑은 고딕"/>
          <a:ea typeface="맑은 고딕"/>
          <a:cs typeface="맑은 고딕"/>
        </a:font>
        <a:schemeClr val="lt1"/>
      </a:tcTxStyle>
      <a:tcStyle>
        <a:fill>
          <a:solidFill>
            <a:schemeClr val="accent3"/>
          </a:solidFill>
        </a:fill>
      </a:tcStyle>
    </a:firstCol>
    <a:lastRow>
      <a:tcTxStyle b="on" i="off">
        <a:font>
          <a:latin typeface="맑은 고딕"/>
          <a:ea typeface="맑은 고딕"/>
          <a:cs typeface="맑은 고딕"/>
        </a:font>
        <a:schemeClr val="lt1"/>
      </a:tcTxStyle>
      <a:tcStyle>
        <a:tcBdr>
          <a:top>
            <a:ln cap="flat" cmpd="sng" w="38100">
              <a:solidFill>
                <a:schemeClr val="lt1"/>
              </a:solidFill>
              <a:prstDash val="solid"/>
              <a:round/>
              <a:headEnd len="sm" w="sm" type="none"/>
              <a:tailEnd len="sm" w="sm" type="none"/>
            </a:ln>
          </a:top>
        </a:tcBdr>
        <a:fill>
          <a:solidFill>
            <a:schemeClr val="accent3"/>
          </a:solidFill>
        </a:fill>
      </a:tcStyle>
    </a:lastRow>
    <a:seCell>
      <a:tcTxStyle/>
    </a:seCell>
    <a:swCell>
      <a:tcTxStyle/>
    </a:swCell>
    <a:firstRow>
      <a:tcTxStyle b="on" i="off">
        <a:font>
          <a:latin typeface="맑은 고딕"/>
          <a:ea typeface="맑은 고딕"/>
          <a:cs typeface="맑은 고딕"/>
        </a:font>
        <a:schemeClr val="lt1"/>
      </a:tcTxStyle>
      <a:tcStyle>
        <a:tcBdr>
          <a:bottom>
            <a:ln cap="flat" cmpd="sng" w="38100">
              <a:solidFill>
                <a:schemeClr val="lt1"/>
              </a:solidFill>
              <a:prstDash val="solid"/>
              <a:round/>
              <a:headEnd len="sm" w="sm" type="none"/>
              <a:tailEnd len="sm" w="sm" type="none"/>
            </a:ln>
          </a:bottom>
        </a:tcBdr>
        <a:fill>
          <a:solidFill>
            <a:schemeClr val="accent3"/>
          </a:solidFill>
        </a:fill>
      </a:tcStyle>
    </a:firstRow>
    <a:neCell>
      <a:tcTxStyle/>
    </a:neCell>
    <a:nwCell>
      <a:tcTxStyle/>
    </a:nwCell>
  </a:tblStyle>
  <a:tblStyle styleId="{5440891D-E3CE-4277-AC4C-BF97EED1E2F9}" styleName="Table_2">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F0F0F0"/>
          </a:solidFill>
        </a:fill>
      </a:tcStyle>
    </a:wholeTbl>
    <a:band1H>
      <a:tcTxStyle b="off" i="off"/>
      <a:tcStyle>
        <a:fill>
          <a:solidFill>
            <a:srgbClr val="E0E0E0"/>
          </a:solidFill>
        </a:fill>
      </a:tcStyle>
    </a:band1H>
    <a:band2H>
      <a:tcTxStyle b="off" i="off"/>
    </a:band2H>
    <a:band1V>
      <a:tcTxStyle b="off" i="off"/>
      <a:tcStyle>
        <a:fill>
          <a:solidFill>
            <a:srgbClr val="E0E0E0"/>
          </a:solidFill>
        </a:fill>
      </a:tcStyle>
    </a:band1V>
    <a:band2V>
      <a:tcTxStyle b="off" i="off"/>
    </a:band2V>
    <a:lastCol>
      <a:tcTxStyle b="on" i="off">
        <a:font>
          <a:latin typeface="Calibri"/>
          <a:ea typeface="Calibri"/>
          <a:cs typeface="Calibri"/>
        </a:font>
        <a:schemeClr val="lt1"/>
      </a:tcTxStyle>
      <a:tcStyle>
        <a:fill>
          <a:solidFill>
            <a:schemeClr val="accent3"/>
          </a:solidFill>
        </a:fill>
      </a:tcStyle>
    </a:lastCol>
    <a:firstCol>
      <a:tcTxStyle b="on" i="off">
        <a:font>
          <a:latin typeface="Calibri"/>
          <a:ea typeface="Calibri"/>
          <a:cs typeface="Calibri"/>
        </a:font>
        <a:schemeClr val="lt1"/>
      </a:tcTxStyle>
      <a:tcStyle>
        <a:fill>
          <a:solidFill>
            <a:schemeClr val="accent3"/>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3"/>
          </a:solidFill>
        </a:fill>
      </a:tcStyle>
    </a:lastRow>
    <a:seCell>
      <a:tcTxStyle b="off" i="off"/>
    </a:seCell>
    <a:swCell>
      <a:tcTxStyle b="off" i="off"/>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3"/>
          </a:solidFill>
        </a:fill>
      </a:tcStyle>
    </a:firstRow>
    <a:neCell>
      <a:tcTxStyle b="off" i="off"/>
    </a:neCell>
    <a:nwCell>
      <a:tcTxStyle b="off" i="off"/>
    </a:nwCell>
  </a:tblStyle>
  <a:tblStyle styleId="{04B63DE1-978C-42A9-A24A-B7FF7C6908ED}" styleName="Table_3">
    <a:wholeTbl>
      <a:tcTxStyle b="off" i="off">
        <a:font>
          <a:latin typeface="Calibri"/>
          <a:ea typeface="Calibri"/>
          <a:cs typeface="Calibri"/>
        </a:font>
        <a:schemeClr val="dk1"/>
      </a:tcTxStyle>
      <a:tcStyle>
        <a:tcBdr>
          <a:left>
            <a:ln cap="flat" cmpd="sng" w="12700">
              <a:solidFill>
                <a:schemeClr val="dk1"/>
              </a:solidFill>
              <a:prstDash val="solid"/>
              <a:round/>
              <a:headEnd len="sm" w="sm" type="none"/>
              <a:tailEnd len="sm" w="sm" type="none"/>
            </a:ln>
          </a:left>
          <a:right>
            <a:ln cap="flat" cmpd="sng" w="12700">
              <a:solidFill>
                <a:schemeClr val="dk1"/>
              </a:solidFill>
              <a:prstDash val="solid"/>
              <a:round/>
              <a:headEnd len="sm" w="sm" type="none"/>
              <a:tailEnd len="sm" w="sm" type="none"/>
            </a:ln>
          </a:right>
          <a:top>
            <a:ln cap="flat" cmpd="sng" w="12700">
              <a:solidFill>
                <a:schemeClr val="dk1"/>
              </a:solidFill>
              <a:prstDash val="solid"/>
              <a:round/>
              <a:headEnd len="sm" w="sm" type="none"/>
              <a:tailEnd len="sm" w="sm" type="none"/>
            </a:ln>
          </a:top>
          <a:bottom>
            <a:ln cap="flat" cmpd="sng" w="12700">
              <a:solidFill>
                <a:schemeClr val="dk1"/>
              </a:solidFill>
              <a:prstDash val="solid"/>
              <a:round/>
              <a:headEnd len="sm" w="sm" type="none"/>
              <a:tailEnd len="sm" w="sm" type="none"/>
            </a:ln>
          </a:bottom>
          <a:insideH>
            <a:ln cap="flat" cmpd="sng" w="12700">
              <a:solidFill>
                <a:schemeClr val="dk1"/>
              </a:solidFill>
              <a:prstDash val="solid"/>
              <a:round/>
              <a:headEnd len="sm" w="sm" type="none"/>
              <a:tailEnd len="sm" w="sm" type="none"/>
            </a:ln>
          </a:insideH>
          <a:insideV>
            <a:ln cap="flat" cmpd="sng" w="12700">
              <a:solidFill>
                <a:schemeClr val="dk1"/>
              </a:solidFill>
              <a:prstDash val="solid"/>
              <a:round/>
              <a:headEnd len="sm" w="sm" type="none"/>
              <a:tailEnd len="sm" w="sm" type="none"/>
            </a:ln>
          </a:insideV>
        </a:tcBdr>
        <a:fill>
          <a:solidFill>
            <a:srgbClr val="FFFFFF">
              <a:alpha val="0"/>
            </a:srgbClr>
          </a:solidFill>
        </a:fill>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customschemas.google.com/relationships/presentationmetadata" Target="metadata"/><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49787" cy="498693"/>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9pPr>
          </a:lstStyle>
          <a:p/>
        </p:txBody>
      </p:sp>
      <p:sp>
        <p:nvSpPr>
          <p:cNvPr id="4" name="Google Shape;4;n"/>
          <p:cNvSpPr txBox="1"/>
          <p:nvPr>
            <p:ph idx="10" type="dt"/>
          </p:nvPr>
        </p:nvSpPr>
        <p:spPr>
          <a:xfrm>
            <a:off x="3855838" y="0"/>
            <a:ext cx="2949787" cy="498693"/>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9pPr>
          </a:lstStyle>
          <a:p/>
        </p:txBody>
      </p:sp>
      <p:sp>
        <p:nvSpPr>
          <p:cNvPr id="5" name="Google Shape;5;n"/>
          <p:cNvSpPr/>
          <p:nvPr>
            <p:ph idx="3" type="sldImg"/>
          </p:nvPr>
        </p:nvSpPr>
        <p:spPr>
          <a:xfrm>
            <a:off x="1131888" y="1243013"/>
            <a:ext cx="4543425" cy="33543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0720" y="4783307"/>
            <a:ext cx="5445760" cy="3913614"/>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9pPr>
          </a:lstStyle>
          <a:p/>
        </p:txBody>
      </p:sp>
      <p:sp>
        <p:nvSpPr>
          <p:cNvPr id="7" name="Google Shape;7;n"/>
          <p:cNvSpPr txBox="1"/>
          <p:nvPr>
            <p:ph idx="11" type="ftr"/>
          </p:nvPr>
        </p:nvSpPr>
        <p:spPr>
          <a:xfrm>
            <a:off x="0" y="9440647"/>
            <a:ext cx="2949787" cy="498692"/>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9pPr>
          </a:lstStyle>
          <a:p/>
        </p:txBody>
      </p:sp>
      <p:sp>
        <p:nvSpPr>
          <p:cNvPr id="8" name="Google Shape;8;n"/>
          <p:cNvSpPr txBox="1"/>
          <p:nvPr>
            <p:ph idx="12" type="sldNum"/>
          </p:nvPr>
        </p:nvSpPr>
        <p:spPr>
          <a:xfrm>
            <a:off x="3855838" y="9440647"/>
            <a:ext cx="2949787" cy="49869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ko-KR" sz="1200" u="none" cap="none" strike="noStrike">
                <a:solidFill>
                  <a:schemeClr val="dk1"/>
                </a:solidFill>
                <a:latin typeface="Malgun Gothic"/>
                <a:ea typeface="Malgun Gothic"/>
                <a:cs typeface="Malgun Gothic"/>
                <a:sym typeface="Malgun Gothic"/>
              </a:rPr>
              <a:t>‹#›</a:t>
            </a:fld>
            <a:endParaRPr b="0" i="0" sz="1200" u="none" cap="none" strike="noStrike">
              <a:solidFill>
                <a:schemeClr val="dk1"/>
              </a:solidFill>
              <a:latin typeface="Malgun Gothic"/>
              <a:ea typeface="Malgun Gothic"/>
              <a:cs typeface="Malgun Gothic"/>
              <a:sym typeface="Malgun Gothic"/>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f3b1709a98_10_139:notes"/>
          <p:cNvSpPr/>
          <p:nvPr>
            <p:ph idx="2" type="sldImg"/>
          </p:nvPr>
        </p:nvSpPr>
        <p:spPr>
          <a:xfrm>
            <a:off x="1328656" y="1242416"/>
            <a:ext cx="4149900" cy="3354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g3f3b1709a98_10_139:notes"/>
          <p:cNvSpPr txBox="1"/>
          <p:nvPr>
            <p:ph idx="1" type="body"/>
          </p:nvPr>
        </p:nvSpPr>
        <p:spPr>
          <a:xfrm>
            <a:off x="680720" y="4783300"/>
            <a:ext cx="5445900" cy="3913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ko-KR"/>
              <a:t>&lt;AI·디지털 도구 활용 단원 교수·학습 설계안 작성 방법&gt;</a:t>
            </a:r>
            <a:endParaRPr/>
          </a:p>
          <a:p>
            <a:pPr indent="0" lvl="0" marL="0" rtl="0" algn="l">
              <a:spcBef>
                <a:spcPts val="0"/>
              </a:spcBef>
              <a:spcAft>
                <a:spcPts val="0"/>
              </a:spcAft>
              <a:buNone/>
            </a:pPr>
            <a:r>
              <a:rPr b="1" lang="ko-KR"/>
              <a:t>(개요)</a:t>
            </a:r>
            <a:r>
              <a:rPr lang="ko-KR"/>
              <a:t> 단원 수준에서 수업에 대한 기본 정보를 작성</a:t>
            </a:r>
            <a:endParaRPr/>
          </a:p>
          <a:p>
            <a:pPr indent="0" lvl="0" marL="0" rtl="0" algn="l">
              <a:spcBef>
                <a:spcPts val="0"/>
              </a:spcBef>
              <a:spcAft>
                <a:spcPts val="0"/>
              </a:spcAft>
              <a:buNone/>
            </a:pPr>
            <a:r>
              <a:rPr lang="ko-KR"/>
              <a:t> - 핵심 아이디어, 성취기준: 2022 개정 교육과정의 해당 단원 내용을 작성</a:t>
            </a:r>
            <a:endParaRPr/>
          </a:p>
          <a:p>
            <a:pPr indent="0" lvl="0" marL="0" rtl="0" algn="l">
              <a:spcBef>
                <a:spcPts val="0"/>
              </a:spcBef>
              <a:spcAft>
                <a:spcPts val="0"/>
              </a:spcAft>
              <a:buNone/>
            </a:pPr>
            <a:r>
              <a:rPr lang="ko-KR"/>
              <a:t> - 탐구 질문: 단원 전체를 관통하는 핵심 질문을 작성</a:t>
            </a:r>
            <a:endParaRPr/>
          </a:p>
          <a:p>
            <a:pPr indent="0" lvl="0" marL="0" rtl="0" algn="l">
              <a:spcBef>
                <a:spcPts val="0"/>
              </a:spcBef>
              <a:spcAft>
                <a:spcPts val="0"/>
              </a:spcAft>
              <a:buNone/>
            </a:pPr>
            <a:r>
              <a:rPr lang="ko-KR"/>
              <a:t> - 단원 재구성 의도: 교사의 수업관 및 교과와 학생 측면의 단원 설계의 의도를 작성</a:t>
            </a:r>
            <a:endParaRPr/>
          </a:p>
          <a:p>
            <a:pPr indent="0" lvl="0" marL="0" rtl="0" algn="l">
              <a:spcBef>
                <a:spcPts val="0"/>
              </a:spcBef>
              <a:spcAft>
                <a:spcPts val="0"/>
              </a:spcAft>
              <a:buNone/>
            </a:pPr>
            <a:r>
              <a:rPr lang="ko-KR"/>
              <a:t> - 학생 및 과제 분석: 학생의 선행 지식, 수준, 관심을 분석하고 이를 고려한 과제 분석에 대한 내용을 작성</a:t>
            </a:r>
            <a:endParaRPr/>
          </a:p>
          <a:p>
            <a:pPr indent="0" lvl="0" marL="0" rtl="0" algn="l">
              <a:spcBef>
                <a:spcPts val="0"/>
              </a:spcBef>
              <a:spcAft>
                <a:spcPts val="0"/>
              </a:spcAft>
              <a:buNone/>
            </a:pPr>
            <a:r>
              <a:rPr lang="ko-KR"/>
              <a:t> - AI·디지털 도구: 단원에서 활용할 도구를 적고, 선택한 교육적 이유를 수업 의도와 연계하여 드러냄</a:t>
            </a:r>
            <a:endParaRPr/>
          </a:p>
          <a:p>
            <a:pPr indent="0" lvl="0" marL="0" rtl="0" algn="l">
              <a:spcBef>
                <a:spcPts val="0"/>
              </a:spcBef>
              <a:spcAft>
                <a:spcPts val="0"/>
              </a:spcAft>
              <a:buNone/>
            </a:pPr>
            <a:r>
              <a:rPr b="1" lang="ko-KR"/>
              <a:t>(과정 중심 평가) </a:t>
            </a:r>
            <a:r>
              <a:rPr lang="ko-KR"/>
              <a:t>평가요소를 중심으로 심화·기본·기초 수준별 피드백과 평가도구(방법)를 작성 (진단, 학습, 평가, 피드백, 성찰의 흐름 속에서 AI·디지털 기능을 어디에 배치할지 의도적으로 선택 가능)</a:t>
            </a:r>
            <a:endParaRPr/>
          </a:p>
          <a:p>
            <a:pPr indent="0" lvl="0" marL="0" rtl="0" algn="l">
              <a:spcBef>
                <a:spcPts val="0"/>
              </a:spcBef>
              <a:spcAft>
                <a:spcPts val="0"/>
              </a:spcAft>
              <a:buNone/>
            </a:pPr>
            <a:r>
              <a:rPr b="1" lang="ko-KR"/>
              <a:t>(AI·디지털 도구 활용 유의사항)</a:t>
            </a:r>
            <a:r>
              <a:rPr lang="ko-KR"/>
              <a:t> 개인정보 보호, 저작권, 정보 신뢰성 등 수업에서 AI·디지털 도구 활용 시 유의할 사항을 작성</a:t>
            </a:r>
            <a:endParaRPr/>
          </a:p>
        </p:txBody>
      </p:sp>
      <p:sp>
        <p:nvSpPr>
          <p:cNvPr id="87" name="Google Shape;87;g3f3b1709a98_10_139:notes"/>
          <p:cNvSpPr txBox="1"/>
          <p:nvPr>
            <p:ph idx="12" type="sldNum"/>
          </p:nvPr>
        </p:nvSpPr>
        <p:spPr>
          <a:xfrm>
            <a:off x="3855838" y="9440634"/>
            <a:ext cx="2949900" cy="4986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1:notes"/>
          <p:cNvSpPr/>
          <p:nvPr>
            <p:ph idx="2" type="sldImg"/>
          </p:nvPr>
        </p:nvSpPr>
        <p:spPr>
          <a:xfrm>
            <a:off x="1131888" y="1243013"/>
            <a:ext cx="4543425" cy="33543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 name="Google Shape;102;p1:notes"/>
          <p:cNvSpPr txBox="1"/>
          <p:nvPr>
            <p:ph idx="1" type="body"/>
          </p:nvPr>
        </p:nvSpPr>
        <p:spPr>
          <a:xfrm>
            <a:off x="680720" y="4783307"/>
            <a:ext cx="5445760" cy="391361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lang="ko-KR"/>
              <a:t>&lt;AI·디지털 도구 활용 수업설계안 작성 방법&gt;</a:t>
            </a:r>
            <a:endParaRPr/>
          </a:p>
          <a:p>
            <a:pPr indent="0" lvl="0" marL="0" rtl="0" algn="l">
              <a:lnSpc>
                <a:spcPct val="100000"/>
              </a:lnSpc>
              <a:spcBef>
                <a:spcPts val="0"/>
              </a:spcBef>
              <a:spcAft>
                <a:spcPts val="0"/>
              </a:spcAft>
              <a:buSzPts val="1400"/>
              <a:buNone/>
            </a:pPr>
            <a:r>
              <a:rPr b="1" lang="ko-KR"/>
              <a:t>(수업의도)</a:t>
            </a:r>
            <a:r>
              <a:rPr lang="ko-KR"/>
              <a:t> 수업 기획 의도를 간략하게 작성함. 교사의 수업관 및 교과 또는 학생 측면의 수업 고민을 본 [슬라이드 노트]에 추가 상술 가능함</a:t>
            </a:r>
            <a:endParaRPr/>
          </a:p>
          <a:p>
            <a:pPr indent="0" lvl="0" marL="0" rtl="0" algn="l">
              <a:lnSpc>
                <a:spcPct val="100000"/>
              </a:lnSpc>
              <a:spcBef>
                <a:spcPts val="0"/>
              </a:spcBef>
              <a:spcAft>
                <a:spcPts val="0"/>
              </a:spcAft>
              <a:buSzPts val="1400"/>
              <a:buNone/>
            </a:pPr>
            <a:r>
              <a:rPr b="1" lang="ko-KR"/>
              <a:t>(세로축)</a:t>
            </a:r>
            <a:r>
              <a:rPr lang="ko-KR"/>
              <a:t> 2022 개정 교육과정이 강조하는 학생 참여중심 수업을 개별, 협력(모둠), 학급 전체가 하는 것으로 나누어 작성 가능함</a:t>
            </a:r>
            <a:endParaRPr/>
          </a:p>
          <a:p>
            <a:pPr indent="0" lvl="0" marL="0" rtl="0" algn="l">
              <a:lnSpc>
                <a:spcPct val="100000"/>
              </a:lnSpc>
              <a:spcBef>
                <a:spcPts val="0"/>
              </a:spcBef>
              <a:spcAft>
                <a:spcPts val="0"/>
              </a:spcAft>
              <a:buSzPts val="1400"/>
              <a:buNone/>
            </a:pPr>
            <a:r>
              <a:rPr b="1" lang="ko-KR"/>
              <a:t>(가로축)</a:t>
            </a:r>
            <a:r>
              <a:rPr lang="ko-KR"/>
              <a:t> 시간을 나타내며, 한 시간 단위(~분) 또는 한 단원 단위(~차시)로 계획 가능함</a:t>
            </a:r>
            <a:endParaRPr/>
          </a:p>
          <a:p>
            <a:pPr indent="0" lvl="0" marL="0" rtl="0" algn="l">
              <a:lnSpc>
                <a:spcPct val="100000"/>
              </a:lnSpc>
              <a:spcBef>
                <a:spcPts val="0"/>
              </a:spcBef>
              <a:spcAft>
                <a:spcPts val="0"/>
              </a:spcAft>
              <a:buSzPts val="1400"/>
              <a:buNone/>
            </a:pPr>
            <a:r>
              <a:rPr b="1" lang="ko-KR"/>
              <a:t>(과정중심평가 설계별 AI·디지털 기능)</a:t>
            </a:r>
            <a:r>
              <a:rPr lang="ko-KR"/>
              <a:t> 진단·학습·평가·피드백·성찰 5개 국면을 색상으로 구분하여 교사와 학생 활동을 기록하는 상자에 반영함. 각 국면별 T(교사)/S(학생) AI·디지털 기능을 유목화하였으며, 수업 설계 의도에 따라 선택적으로 배치함. 활동 상자 아래 해당 국면의 기능을 표기하고, AI·디지털 도구를 쓰지 않는 국면은 비워두는 것이 교사의 의도적 선택임</a:t>
            </a:r>
            <a:endParaRPr/>
          </a:p>
          <a:p>
            <a:pPr indent="0" lvl="0" marL="0" rtl="0" algn="l">
              <a:lnSpc>
                <a:spcPct val="100000"/>
              </a:lnSpc>
              <a:spcBef>
                <a:spcPts val="0"/>
              </a:spcBef>
              <a:spcAft>
                <a:spcPts val="0"/>
              </a:spcAft>
              <a:buSzPts val="1400"/>
              <a:buNone/>
            </a:pPr>
            <a:r>
              <a:rPr b="1" lang="ko-KR"/>
              <a:t>(선택 근거)</a:t>
            </a:r>
            <a:r>
              <a:rPr lang="ko-KR"/>
              <a:t> 수업에서 활용하는 AI·디지털 도구를 선택한 교육적 이유를 간략히 기술함. 수업의도와 연계하여 도구 선택의 맥락을 드러낼 수 있음</a:t>
            </a:r>
            <a:endParaRPr/>
          </a:p>
          <a:p>
            <a:pPr indent="0" lvl="0" marL="0" rtl="0" algn="l">
              <a:lnSpc>
                <a:spcPct val="100000"/>
              </a:lnSpc>
              <a:spcBef>
                <a:spcPts val="0"/>
              </a:spcBef>
              <a:spcAft>
                <a:spcPts val="0"/>
              </a:spcAft>
              <a:buSzPts val="1400"/>
              <a:buNone/>
            </a:pPr>
            <a:r>
              <a:rPr b="1" lang="ko-KR"/>
              <a:t>(유의사항)</a:t>
            </a:r>
            <a:r>
              <a:rPr lang="ko-KR"/>
              <a:t> 개인정보 보호·저작권·정보 신뢰성 등 수업에서 AI·디지털 도구 활용 시 유의할 사항을 기재함</a:t>
            </a:r>
            <a:endParaRPr/>
          </a:p>
        </p:txBody>
      </p:sp>
      <p:sp>
        <p:nvSpPr>
          <p:cNvPr id="103" name="Google Shape;103;p1:notes"/>
          <p:cNvSpPr txBox="1"/>
          <p:nvPr>
            <p:ph idx="12" type="sldNum"/>
          </p:nvPr>
        </p:nvSpPr>
        <p:spPr>
          <a:xfrm>
            <a:off x="3855838" y="9440647"/>
            <a:ext cx="2949787" cy="498692"/>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ko-KR"/>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f3b1709a98_0_186:notes"/>
          <p:cNvSpPr/>
          <p:nvPr>
            <p:ph idx="2" type="sldImg"/>
          </p:nvPr>
        </p:nvSpPr>
        <p:spPr>
          <a:xfrm>
            <a:off x="1131888" y="1243013"/>
            <a:ext cx="4543500" cy="3354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 name="Google Shape;159;g3f3b1709a98_0_186:notes"/>
          <p:cNvSpPr txBox="1"/>
          <p:nvPr>
            <p:ph idx="1" type="body"/>
          </p:nvPr>
        </p:nvSpPr>
        <p:spPr>
          <a:xfrm>
            <a:off x="680720" y="4783307"/>
            <a:ext cx="5445900" cy="39135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lang="ko-KR"/>
              <a:t>&lt;AI·디지털 도구 활용 수업설계안 작성 방법&gt;</a:t>
            </a:r>
            <a:endParaRPr/>
          </a:p>
          <a:p>
            <a:pPr indent="0" lvl="0" marL="0" rtl="0" algn="l">
              <a:lnSpc>
                <a:spcPct val="100000"/>
              </a:lnSpc>
              <a:spcBef>
                <a:spcPts val="0"/>
              </a:spcBef>
              <a:spcAft>
                <a:spcPts val="0"/>
              </a:spcAft>
              <a:buSzPts val="1400"/>
              <a:buNone/>
            </a:pPr>
            <a:r>
              <a:rPr b="1" lang="ko-KR"/>
              <a:t>(수업의도)</a:t>
            </a:r>
            <a:r>
              <a:rPr lang="ko-KR"/>
              <a:t> 수업 기획 의도를 간략하게 작성함. 교사의 수업관 및 교과 또는 학생 측면의 수업 고민을 본 [슬라이드 노트]에 추가 상술 가능함</a:t>
            </a:r>
            <a:endParaRPr/>
          </a:p>
          <a:p>
            <a:pPr indent="0" lvl="0" marL="0" rtl="0" algn="l">
              <a:lnSpc>
                <a:spcPct val="100000"/>
              </a:lnSpc>
              <a:spcBef>
                <a:spcPts val="0"/>
              </a:spcBef>
              <a:spcAft>
                <a:spcPts val="0"/>
              </a:spcAft>
              <a:buSzPts val="1400"/>
              <a:buNone/>
            </a:pPr>
            <a:r>
              <a:rPr b="1" lang="ko-KR"/>
              <a:t>(세로축)</a:t>
            </a:r>
            <a:r>
              <a:rPr lang="ko-KR"/>
              <a:t> 2022 개정 교육과정이 강조하는 학생 참여중심 수업을 개별, 협력(모둠), 학급 전체가 하는 것으로 나누어 작성 가능함</a:t>
            </a:r>
            <a:endParaRPr/>
          </a:p>
          <a:p>
            <a:pPr indent="0" lvl="0" marL="0" rtl="0" algn="l">
              <a:lnSpc>
                <a:spcPct val="100000"/>
              </a:lnSpc>
              <a:spcBef>
                <a:spcPts val="0"/>
              </a:spcBef>
              <a:spcAft>
                <a:spcPts val="0"/>
              </a:spcAft>
              <a:buSzPts val="1400"/>
              <a:buNone/>
            </a:pPr>
            <a:r>
              <a:rPr b="1" lang="ko-KR"/>
              <a:t>(가로축)</a:t>
            </a:r>
            <a:r>
              <a:rPr lang="ko-KR"/>
              <a:t> 시간을 나타내며, 한 시간 단위(~분) 또는 한 단원 단위(~차시)로 계획 가능함</a:t>
            </a:r>
            <a:endParaRPr/>
          </a:p>
          <a:p>
            <a:pPr indent="0" lvl="0" marL="0" rtl="0" algn="l">
              <a:lnSpc>
                <a:spcPct val="100000"/>
              </a:lnSpc>
              <a:spcBef>
                <a:spcPts val="0"/>
              </a:spcBef>
              <a:spcAft>
                <a:spcPts val="0"/>
              </a:spcAft>
              <a:buSzPts val="1400"/>
              <a:buNone/>
            </a:pPr>
            <a:r>
              <a:rPr b="1" lang="ko-KR"/>
              <a:t>(과정중심평가 설계별 AI·디지털 기능)</a:t>
            </a:r>
            <a:r>
              <a:rPr lang="ko-KR"/>
              <a:t> 진단·학습·평가·피드백·성찰 5개 국면을 색상으로 구분하여 교사와 학생 활동을 기록하는 상자에 반영함. 각 국면별 T(교사)/S(학생) AI·디지털 기능을 유목화하였으며, 수업 설계 의도에 따라 선택적으로 배치함. 활동 상자 아래 해당 국면의 기능을 표기하고, AI·디지털 도구를 쓰지 않는 국면은 비워두는 것이 교사의 의도적 선택임</a:t>
            </a:r>
            <a:endParaRPr/>
          </a:p>
          <a:p>
            <a:pPr indent="0" lvl="0" marL="0" rtl="0" algn="l">
              <a:lnSpc>
                <a:spcPct val="100000"/>
              </a:lnSpc>
              <a:spcBef>
                <a:spcPts val="0"/>
              </a:spcBef>
              <a:spcAft>
                <a:spcPts val="0"/>
              </a:spcAft>
              <a:buSzPts val="1400"/>
              <a:buNone/>
            </a:pPr>
            <a:r>
              <a:rPr b="1" lang="ko-KR"/>
              <a:t>(선택 근거)</a:t>
            </a:r>
            <a:r>
              <a:rPr lang="ko-KR"/>
              <a:t> 수업에서 활용하는 AI·디지털 도구를 선택한 교육적 이유를 간략히 기술함. 수업의도와 연계하여 도구 선택의 맥락을 드러낼 수 있음</a:t>
            </a:r>
            <a:endParaRPr/>
          </a:p>
          <a:p>
            <a:pPr indent="0" lvl="0" marL="0" rtl="0" algn="l">
              <a:lnSpc>
                <a:spcPct val="100000"/>
              </a:lnSpc>
              <a:spcBef>
                <a:spcPts val="0"/>
              </a:spcBef>
              <a:spcAft>
                <a:spcPts val="0"/>
              </a:spcAft>
              <a:buSzPts val="1400"/>
              <a:buNone/>
            </a:pPr>
            <a:r>
              <a:rPr b="1" lang="ko-KR"/>
              <a:t>(유의사항)</a:t>
            </a:r>
            <a:r>
              <a:rPr lang="ko-KR"/>
              <a:t> 개인정보 보호·저작권·정보 신뢰성 등 수업에서 AI·디지털 도구 활용 시 유의할 사항을 기재함</a:t>
            </a:r>
            <a:endParaRPr/>
          </a:p>
        </p:txBody>
      </p:sp>
      <p:sp>
        <p:nvSpPr>
          <p:cNvPr id="160" name="Google Shape;160;g3f3b1709a98_0_186:notes"/>
          <p:cNvSpPr txBox="1"/>
          <p:nvPr>
            <p:ph idx="12" type="sldNum"/>
          </p:nvPr>
        </p:nvSpPr>
        <p:spPr>
          <a:xfrm>
            <a:off x="3855838" y="9440647"/>
            <a:ext cx="2949900" cy="4986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ko-KR"/>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f3b1709a98_0_130:notes"/>
          <p:cNvSpPr/>
          <p:nvPr>
            <p:ph idx="2" type="sldImg"/>
          </p:nvPr>
        </p:nvSpPr>
        <p:spPr>
          <a:xfrm>
            <a:off x="1131888" y="1243013"/>
            <a:ext cx="4543500" cy="3354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6" name="Google Shape;166;g3f3b1709a98_0_130:notes"/>
          <p:cNvSpPr txBox="1"/>
          <p:nvPr>
            <p:ph idx="1" type="body"/>
          </p:nvPr>
        </p:nvSpPr>
        <p:spPr>
          <a:xfrm>
            <a:off x="680720" y="4783307"/>
            <a:ext cx="5445900" cy="39135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lang="ko-KR"/>
              <a:t>&lt;AI·디지털 도구 활용 수업설계안 작성 방법&gt;</a:t>
            </a:r>
            <a:endParaRPr/>
          </a:p>
          <a:p>
            <a:pPr indent="0" lvl="0" marL="0" rtl="0" algn="l">
              <a:lnSpc>
                <a:spcPct val="100000"/>
              </a:lnSpc>
              <a:spcBef>
                <a:spcPts val="0"/>
              </a:spcBef>
              <a:spcAft>
                <a:spcPts val="0"/>
              </a:spcAft>
              <a:buSzPts val="1400"/>
              <a:buNone/>
            </a:pPr>
            <a:r>
              <a:rPr b="1" lang="ko-KR"/>
              <a:t>(수업의도)</a:t>
            </a:r>
            <a:r>
              <a:rPr lang="ko-KR"/>
              <a:t> 수업 기획 의도를 간략하게 작성함. 교사의 수업관 및 교과 또는 학생 측면의 수업 고민을 본 [슬라이드 노트]에 추가 상술 가능함</a:t>
            </a:r>
            <a:endParaRPr/>
          </a:p>
          <a:p>
            <a:pPr indent="0" lvl="0" marL="0" rtl="0" algn="l">
              <a:lnSpc>
                <a:spcPct val="100000"/>
              </a:lnSpc>
              <a:spcBef>
                <a:spcPts val="0"/>
              </a:spcBef>
              <a:spcAft>
                <a:spcPts val="0"/>
              </a:spcAft>
              <a:buSzPts val="1400"/>
              <a:buNone/>
            </a:pPr>
            <a:r>
              <a:rPr b="1" lang="ko-KR"/>
              <a:t>(세로축)</a:t>
            </a:r>
            <a:r>
              <a:rPr lang="ko-KR"/>
              <a:t> 2022 개정 교육과정이 강조하는 학생 참여중심 수업을 개별, 협력(모둠), 학급 전체가 하는 것으로 나누어 작성 가능함</a:t>
            </a:r>
            <a:endParaRPr/>
          </a:p>
          <a:p>
            <a:pPr indent="0" lvl="0" marL="0" rtl="0" algn="l">
              <a:lnSpc>
                <a:spcPct val="100000"/>
              </a:lnSpc>
              <a:spcBef>
                <a:spcPts val="0"/>
              </a:spcBef>
              <a:spcAft>
                <a:spcPts val="0"/>
              </a:spcAft>
              <a:buSzPts val="1400"/>
              <a:buNone/>
            </a:pPr>
            <a:r>
              <a:rPr b="1" lang="ko-KR"/>
              <a:t>(가로축)</a:t>
            </a:r>
            <a:r>
              <a:rPr lang="ko-KR"/>
              <a:t> 시간을 나타내며, 한 시간 단위(~분) 또는 한 단원 단위(~차시)로 계획 가능함</a:t>
            </a:r>
            <a:endParaRPr/>
          </a:p>
          <a:p>
            <a:pPr indent="0" lvl="0" marL="0" rtl="0" algn="l">
              <a:lnSpc>
                <a:spcPct val="100000"/>
              </a:lnSpc>
              <a:spcBef>
                <a:spcPts val="0"/>
              </a:spcBef>
              <a:spcAft>
                <a:spcPts val="0"/>
              </a:spcAft>
              <a:buSzPts val="1400"/>
              <a:buNone/>
            </a:pPr>
            <a:r>
              <a:rPr b="1" lang="ko-KR"/>
              <a:t>(과정중심평가 설계별 AI·디지털 기능)</a:t>
            </a:r>
            <a:r>
              <a:rPr lang="ko-KR"/>
              <a:t> 진단·학습·평가·피드백·성찰 5개 국면을 색상으로 구분하여 교사와 학생 활동을 기록하는 상자에 반영함. 각 국면별 T(교사)/S(학생) AI·디지털 기능을 유목화하였으며, 수업 설계 의도에 따라 선택적으로 배치함. 활동 상자 아래 해당 국면의 기능을 표기하고, AI·디지털 도구를 쓰지 않는 국면은 비워두는 것이 교사의 의도적 선택임</a:t>
            </a:r>
            <a:endParaRPr/>
          </a:p>
          <a:p>
            <a:pPr indent="0" lvl="0" marL="0" rtl="0" algn="l">
              <a:lnSpc>
                <a:spcPct val="100000"/>
              </a:lnSpc>
              <a:spcBef>
                <a:spcPts val="0"/>
              </a:spcBef>
              <a:spcAft>
                <a:spcPts val="0"/>
              </a:spcAft>
              <a:buSzPts val="1400"/>
              <a:buNone/>
            </a:pPr>
            <a:r>
              <a:rPr b="1" lang="ko-KR"/>
              <a:t>(선택 근거)</a:t>
            </a:r>
            <a:r>
              <a:rPr lang="ko-KR"/>
              <a:t> 수업에서 활용하는 AI·디지털 도구를 선택한 교육적 이유를 간략히 기술함. 수업의도와 연계하여 도구 선택의 맥락을 드러낼 수 있음</a:t>
            </a:r>
            <a:endParaRPr/>
          </a:p>
          <a:p>
            <a:pPr indent="0" lvl="0" marL="0" rtl="0" algn="l">
              <a:lnSpc>
                <a:spcPct val="100000"/>
              </a:lnSpc>
              <a:spcBef>
                <a:spcPts val="0"/>
              </a:spcBef>
              <a:spcAft>
                <a:spcPts val="0"/>
              </a:spcAft>
              <a:buSzPts val="1400"/>
              <a:buNone/>
            </a:pPr>
            <a:r>
              <a:rPr b="1" lang="ko-KR"/>
              <a:t>(유의사항)</a:t>
            </a:r>
            <a:r>
              <a:rPr lang="ko-KR"/>
              <a:t> 개인정보 보호·저작권·정보 신뢰성 등 수업에서 AI·디지털 도구 활용 시 유의할 사항을 기재함</a:t>
            </a:r>
            <a:endParaRPr/>
          </a:p>
        </p:txBody>
      </p:sp>
      <p:sp>
        <p:nvSpPr>
          <p:cNvPr id="167" name="Google Shape;167;g3f3b1709a98_0_130:notes"/>
          <p:cNvSpPr txBox="1"/>
          <p:nvPr>
            <p:ph idx="12" type="sldNum"/>
          </p:nvPr>
        </p:nvSpPr>
        <p:spPr>
          <a:xfrm>
            <a:off x="3855838" y="9440647"/>
            <a:ext cx="2949900" cy="4986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ko-KR"/>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f3b1709a98_0_74:notes"/>
          <p:cNvSpPr/>
          <p:nvPr>
            <p:ph idx="2" type="sldImg"/>
          </p:nvPr>
        </p:nvSpPr>
        <p:spPr>
          <a:xfrm>
            <a:off x="1131888" y="1243013"/>
            <a:ext cx="4543500" cy="3354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3" name="Google Shape;223;g3f3b1709a98_0_74:notes"/>
          <p:cNvSpPr txBox="1"/>
          <p:nvPr>
            <p:ph idx="1" type="body"/>
          </p:nvPr>
        </p:nvSpPr>
        <p:spPr>
          <a:xfrm>
            <a:off x="680720" y="4783307"/>
            <a:ext cx="5445900" cy="39135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lang="ko-KR"/>
              <a:t>&lt;AI·디지털 도구 활용 수업설계안 작성 방법&gt;</a:t>
            </a:r>
            <a:endParaRPr/>
          </a:p>
          <a:p>
            <a:pPr indent="0" lvl="0" marL="0" rtl="0" algn="l">
              <a:lnSpc>
                <a:spcPct val="100000"/>
              </a:lnSpc>
              <a:spcBef>
                <a:spcPts val="0"/>
              </a:spcBef>
              <a:spcAft>
                <a:spcPts val="0"/>
              </a:spcAft>
              <a:buSzPts val="1400"/>
              <a:buNone/>
            </a:pPr>
            <a:r>
              <a:rPr b="1" lang="ko-KR"/>
              <a:t>(수업의도)</a:t>
            </a:r>
            <a:r>
              <a:rPr lang="ko-KR"/>
              <a:t> 수업 기획 의도를 간략하게 작성함. 교사의 수업관 및 교과 또는 학생 측면의 수업 고민을 본 [슬라이드 노트]에 추가 상술 가능함</a:t>
            </a:r>
            <a:endParaRPr/>
          </a:p>
          <a:p>
            <a:pPr indent="0" lvl="0" marL="0" rtl="0" algn="l">
              <a:lnSpc>
                <a:spcPct val="100000"/>
              </a:lnSpc>
              <a:spcBef>
                <a:spcPts val="0"/>
              </a:spcBef>
              <a:spcAft>
                <a:spcPts val="0"/>
              </a:spcAft>
              <a:buSzPts val="1400"/>
              <a:buNone/>
            </a:pPr>
            <a:r>
              <a:rPr b="1" lang="ko-KR"/>
              <a:t>(세로축)</a:t>
            </a:r>
            <a:r>
              <a:rPr lang="ko-KR"/>
              <a:t> 2022 개정 교육과정이 강조하는 학생 참여중심 수업을 개별, 협력(모둠), 학급 전체가 하는 것으로 나누어 작성 가능함</a:t>
            </a:r>
            <a:endParaRPr/>
          </a:p>
          <a:p>
            <a:pPr indent="0" lvl="0" marL="0" rtl="0" algn="l">
              <a:lnSpc>
                <a:spcPct val="100000"/>
              </a:lnSpc>
              <a:spcBef>
                <a:spcPts val="0"/>
              </a:spcBef>
              <a:spcAft>
                <a:spcPts val="0"/>
              </a:spcAft>
              <a:buSzPts val="1400"/>
              <a:buNone/>
            </a:pPr>
            <a:r>
              <a:rPr b="1" lang="ko-KR"/>
              <a:t>(가로축)</a:t>
            </a:r>
            <a:r>
              <a:rPr lang="ko-KR"/>
              <a:t> 시간을 나타내며, 한 시간 단위(~분) 또는 한 단원 단위(~차시)로 계획 가능함</a:t>
            </a:r>
            <a:endParaRPr/>
          </a:p>
          <a:p>
            <a:pPr indent="0" lvl="0" marL="0" rtl="0" algn="l">
              <a:lnSpc>
                <a:spcPct val="100000"/>
              </a:lnSpc>
              <a:spcBef>
                <a:spcPts val="0"/>
              </a:spcBef>
              <a:spcAft>
                <a:spcPts val="0"/>
              </a:spcAft>
              <a:buSzPts val="1400"/>
              <a:buNone/>
            </a:pPr>
            <a:r>
              <a:rPr b="1" lang="ko-KR"/>
              <a:t>(과정중심평가 설계별 AI·디지털 기능)</a:t>
            </a:r>
            <a:r>
              <a:rPr lang="ko-KR"/>
              <a:t> 진단·학습·평가·피드백·성찰 5개 국면을 색상으로 구분하여 교사와 학생 활동을 기록하는 상자에 반영함. 각 국면별 T(교사)/S(학생) AI·디지털 기능을 유목화하였으며, 수업 설계 의도에 따라 선택적으로 배치함. 활동 상자 아래 해당 국면의 기능을 표기하고, AI·디지털 도구를 쓰지 않는 국면은 비워두는 것이 교사의 의도적 선택임</a:t>
            </a:r>
            <a:endParaRPr/>
          </a:p>
          <a:p>
            <a:pPr indent="0" lvl="0" marL="0" rtl="0" algn="l">
              <a:lnSpc>
                <a:spcPct val="100000"/>
              </a:lnSpc>
              <a:spcBef>
                <a:spcPts val="0"/>
              </a:spcBef>
              <a:spcAft>
                <a:spcPts val="0"/>
              </a:spcAft>
              <a:buSzPts val="1400"/>
              <a:buNone/>
            </a:pPr>
            <a:r>
              <a:rPr b="1" lang="ko-KR"/>
              <a:t>(선택 근거)</a:t>
            </a:r>
            <a:r>
              <a:rPr lang="ko-KR"/>
              <a:t> 수업에서 활용하는 AI·디지털 도구를 선택한 교육적 이유를 간략히 기술함. 수업의도와 연계하여 도구 선택의 맥락을 드러낼 수 있음</a:t>
            </a:r>
            <a:endParaRPr/>
          </a:p>
          <a:p>
            <a:pPr indent="0" lvl="0" marL="0" rtl="0" algn="l">
              <a:lnSpc>
                <a:spcPct val="100000"/>
              </a:lnSpc>
              <a:spcBef>
                <a:spcPts val="0"/>
              </a:spcBef>
              <a:spcAft>
                <a:spcPts val="0"/>
              </a:spcAft>
              <a:buSzPts val="1400"/>
              <a:buNone/>
            </a:pPr>
            <a:r>
              <a:rPr b="1" lang="ko-KR"/>
              <a:t>(유의사항)</a:t>
            </a:r>
            <a:r>
              <a:rPr lang="ko-KR"/>
              <a:t> 개인정보 보호·저작권·정보 신뢰성 등 수업에서 AI·디지털 도구 활용 시 유의할 사항을 기재함</a:t>
            </a:r>
            <a:endParaRPr/>
          </a:p>
        </p:txBody>
      </p:sp>
      <p:sp>
        <p:nvSpPr>
          <p:cNvPr id="224" name="Google Shape;224;g3f3b1709a98_0_74:notes"/>
          <p:cNvSpPr txBox="1"/>
          <p:nvPr>
            <p:ph idx="12" type="sldNum"/>
          </p:nvPr>
        </p:nvSpPr>
        <p:spPr>
          <a:xfrm>
            <a:off x="3855838" y="9440647"/>
            <a:ext cx="2949900" cy="4986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ko-KR"/>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f3b1709a98_0_18:notes"/>
          <p:cNvSpPr/>
          <p:nvPr>
            <p:ph idx="2" type="sldImg"/>
          </p:nvPr>
        </p:nvSpPr>
        <p:spPr>
          <a:xfrm>
            <a:off x="1131888" y="1243013"/>
            <a:ext cx="4543500" cy="3354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0" name="Google Shape;280;g3f3b1709a98_0_18:notes"/>
          <p:cNvSpPr txBox="1"/>
          <p:nvPr>
            <p:ph idx="1" type="body"/>
          </p:nvPr>
        </p:nvSpPr>
        <p:spPr>
          <a:xfrm>
            <a:off x="680720" y="4783307"/>
            <a:ext cx="5445900" cy="39135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lang="ko-KR"/>
              <a:t>&lt;AI·디지털 도구 활용 수업설계안 작성 방법&gt;</a:t>
            </a:r>
            <a:endParaRPr/>
          </a:p>
          <a:p>
            <a:pPr indent="0" lvl="0" marL="0" rtl="0" algn="l">
              <a:lnSpc>
                <a:spcPct val="100000"/>
              </a:lnSpc>
              <a:spcBef>
                <a:spcPts val="0"/>
              </a:spcBef>
              <a:spcAft>
                <a:spcPts val="0"/>
              </a:spcAft>
              <a:buSzPts val="1400"/>
              <a:buNone/>
            </a:pPr>
            <a:r>
              <a:rPr b="1" lang="ko-KR"/>
              <a:t>(수업의도)</a:t>
            </a:r>
            <a:r>
              <a:rPr lang="ko-KR"/>
              <a:t> 수업 기획 의도를 간략하게 작성함. 교사의 수업관 및 교과 또는 학생 측면의 수업 고민을 본 [슬라이드 노트]에 추가 상술 가능함</a:t>
            </a:r>
            <a:endParaRPr/>
          </a:p>
          <a:p>
            <a:pPr indent="0" lvl="0" marL="0" rtl="0" algn="l">
              <a:lnSpc>
                <a:spcPct val="100000"/>
              </a:lnSpc>
              <a:spcBef>
                <a:spcPts val="0"/>
              </a:spcBef>
              <a:spcAft>
                <a:spcPts val="0"/>
              </a:spcAft>
              <a:buSzPts val="1400"/>
              <a:buNone/>
            </a:pPr>
            <a:r>
              <a:rPr b="1" lang="ko-KR"/>
              <a:t>(세로축)</a:t>
            </a:r>
            <a:r>
              <a:rPr lang="ko-KR"/>
              <a:t> 2022 개정 교육과정이 강조하는 학생 참여중심 수업을 개별, 협력(모둠), 학급 전체가 하는 것으로 나누어 작성 가능함</a:t>
            </a:r>
            <a:endParaRPr/>
          </a:p>
          <a:p>
            <a:pPr indent="0" lvl="0" marL="0" rtl="0" algn="l">
              <a:lnSpc>
                <a:spcPct val="100000"/>
              </a:lnSpc>
              <a:spcBef>
                <a:spcPts val="0"/>
              </a:spcBef>
              <a:spcAft>
                <a:spcPts val="0"/>
              </a:spcAft>
              <a:buSzPts val="1400"/>
              <a:buNone/>
            </a:pPr>
            <a:r>
              <a:rPr b="1" lang="ko-KR"/>
              <a:t>(가로축)</a:t>
            </a:r>
            <a:r>
              <a:rPr lang="ko-KR"/>
              <a:t> 시간을 나타내며, 한 시간 단위(~분) 또는 한 단원 단위(~차시)로 계획 가능함</a:t>
            </a:r>
            <a:endParaRPr/>
          </a:p>
          <a:p>
            <a:pPr indent="0" lvl="0" marL="0" rtl="0" algn="l">
              <a:lnSpc>
                <a:spcPct val="100000"/>
              </a:lnSpc>
              <a:spcBef>
                <a:spcPts val="0"/>
              </a:spcBef>
              <a:spcAft>
                <a:spcPts val="0"/>
              </a:spcAft>
              <a:buSzPts val="1400"/>
              <a:buNone/>
            </a:pPr>
            <a:r>
              <a:rPr b="1" lang="ko-KR"/>
              <a:t>(과정중심평가 설계별 AI·디지털 기능)</a:t>
            </a:r>
            <a:r>
              <a:rPr lang="ko-KR"/>
              <a:t> 진단·학습·평가·피드백·성찰 5개 국면을 색상으로 구분하여 교사와 학생 활동을 기록하는 상자에 반영함. 각 국면별 T(교사)/S(학생) AI·디지털 기능을 유목화하였으며, 수업 설계 의도에 따라 선택적으로 배치함. 활동 상자 아래 해당 국면의 기능을 표기하고, AI·디지털 도구를 쓰지 않는 국면은 비워두는 것이 교사의 의도적 선택임</a:t>
            </a:r>
            <a:endParaRPr/>
          </a:p>
          <a:p>
            <a:pPr indent="0" lvl="0" marL="0" rtl="0" algn="l">
              <a:lnSpc>
                <a:spcPct val="100000"/>
              </a:lnSpc>
              <a:spcBef>
                <a:spcPts val="0"/>
              </a:spcBef>
              <a:spcAft>
                <a:spcPts val="0"/>
              </a:spcAft>
              <a:buSzPts val="1400"/>
              <a:buNone/>
            </a:pPr>
            <a:r>
              <a:rPr b="1" lang="ko-KR"/>
              <a:t>(선택 근거)</a:t>
            </a:r>
            <a:r>
              <a:rPr lang="ko-KR"/>
              <a:t> 수업에서 활용하는 AI·디지털 도구를 선택한 교육적 이유를 간략히 기술함. 수업의도와 연계하여 도구 선택의 맥락을 드러낼 수 있음</a:t>
            </a:r>
            <a:endParaRPr/>
          </a:p>
          <a:p>
            <a:pPr indent="0" lvl="0" marL="0" rtl="0" algn="l">
              <a:lnSpc>
                <a:spcPct val="100000"/>
              </a:lnSpc>
              <a:spcBef>
                <a:spcPts val="0"/>
              </a:spcBef>
              <a:spcAft>
                <a:spcPts val="0"/>
              </a:spcAft>
              <a:buSzPts val="1400"/>
              <a:buNone/>
            </a:pPr>
            <a:r>
              <a:rPr b="1" lang="ko-KR"/>
              <a:t>(유의사항)</a:t>
            </a:r>
            <a:r>
              <a:rPr lang="ko-KR"/>
              <a:t> 개인정보 보호·저작권·정보 신뢰성 등 수업에서 AI·디지털 도구 활용 시 유의할 사항을 기재함</a:t>
            </a:r>
            <a:endParaRPr/>
          </a:p>
        </p:txBody>
      </p:sp>
      <p:sp>
        <p:nvSpPr>
          <p:cNvPr id="281" name="Google Shape;281;g3f3b1709a98_0_18:notes"/>
          <p:cNvSpPr txBox="1"/>
          <p:nvPr>
            <p:ph idx="12" type="sldNum"/>
          </p:nvPr>
        </p:nvSpPr>
        <p:spPr>
          <a:xfrm>
            <a:off x="3855838" y="9440647"/>
            <a:ext cx="2949900" cy="4986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ko-KR"/>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3f3b1709a98_10_6:notes"/>
          <p:cNvSpPr/>
          <p:nvPr>
            <p:ph idx="2" type="sldImg"/>
          </p:nvPr>
        </p:nvSpPr>
        <p:spPr>
          <a:xfrm>
            <a:off x="1131888" y="1243013"/>
            <a:ext cx="4543500" cy="3354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7" name="Google Shape;337;g3f3b1709a98_10_6:notes"/>
          <p:cNvSpPr txBox="1"/>
          <p:nvPr>
            <p:ph idx="1" type="body"/>
          </p:nvPr>
        </p:nvSpPr>
        <p:spPr>
          <a:xfrm>
            <a:off x="680720" y="4783307"/>
            <a:ext cx="5445900" cy="39135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lang="ko-KR"/>
              <a:t>&lt;AI·디지털 도구 활용 수업설계안 작성 방법&gt;</a:t>
            </a:r>
            <a:endParaRPr/>
          </a:p>
          <a:p>
            <a:pPr indent="0" lvl="0" marL="0" rtl="0" algn="l">
              <a:lnSpc>
                <a:spcPct val="100000"/>
              </a:lnSpc>
              <a:spcBef>
                <a:spcPts val="0"/>
              </a:spcBef>
              <a:spcAft>
                <a:spcPts val="0"/>
              </a:spcAft>
              <a:buSzPts val="1400"/>
              <a:buNone/>
            </a:pPr>
            <a:r>
              <a:rPr b="1" lang="ko-KR"/>
              <a:t>(수업의도)</a:t>
            </a:r>
            <a:r>
              <a:rPr lang="ko-KR"/>
              <a:t> 수업 기획 의도를 간략하게 작성함. 교사의 수업관 및 교과 또는 학생 측면의 수업 고민을 본 [슬라이드 노트]에 추가 상술 가능함</a:t>
            </a:r>
            <a:endParaRPr/>
          </a:p>
          <a:p>
            <a:pPr indent="0" lvl="0" marL="0" rtl="0" algn="l">
              <a:lnSpc>
                <a:spcPct val="100000"/>
              </a:lnSpc>
              <a:spcBef>
                <a:spcPts val="0"/>
              </a:spcBef>
              <a:spcAft>
                <a:spcPts val="0"/>
              </a:spcAft>
              <a:buSzPts val="1400"/>
              <a:buNone/>
            </a:pPr>
            <a:r>
              <a:rPr b="1" lang="ko-KR"/>
              <a:t>(세로축)</a:t>
            </a:r>
            <a:r>
              <a:rPr lang="ko-KR"/>
              <a:t> 2022 개정 교육과정이 강조하는 학생 참여중심 수업을 개별, 협력(모둠), 학급 전체가 하는 것으로 나누어 작성 가능함</a:t>
            </a:r>
            <a:endParaRPr/>
          </a:p>
          <a:p>
            <a:pPr indent="0" lvl="0" marL="0" rtl="0" algn="l">
              <a:lnSpc>
                <a:spcPct val="100000"/>
              </a:lnSpc>
              <a:spcBef>
                <a:spcPts val="0"/>
              </a:spcBef>
              <a:spcAft>
                <a:spcPts val="0"/>
              </a:spcAft>
              <a:buSzPts val="1400"/>
              <a:buNone/>
            </a:pPr>
            <a:r>
              <a:rPr b="1" lang="ko-KR"/>
              <a:t>(가로축)</a:t>
            </a:r>
            <a:r>
              <a:rPr lang="ko-KR"/>
              <a:t> 시간을 나타내며, 한 시간 단위(~분) 또는 한 단원 단위(~차시)로 계획 가능함</a:t>
            </a:r>
            <a:endParaRPr/>
          </a:p>
          <a:p>
            <a:pPr indent="0" lvl="0" marL="0" rtl="0" algn="l">
              <a:lnSpc>
                <a:spcPct val="100000"/>
              </a:lnSpc>
              <a:spcBef>
                <a:spcPts val="0"/>
              </a:spcBef>
              <a:spcAft>
                <a:spcPts val="0"/>
              </a:spcAft>
              <a:buSzPts val="1400"/>
              <a:buNone/>
            </a:pPr>
            <a:r>
              <a:rPr b="1" lang="ko-KR"/>
              <a:t>(과정중심평가 설계별 AI·디지털 기능)</a:t>
            </a:r>
            <a:r>
              <a:rPr lang="ko-KR"/>
              <a:t> 진단·학습·평가·피드백·성찰 5개 국면을 색상으로 구분하여 교사와 학생 활동을 기록하는 상자에 반영함. 각 국면별 T(교사)/S(학생) AI·디지털 기능을 유목화하였으며, 수업 설계 의도에 따라 선택적으로 배치함. 활동 상자 아래 해당 국면의 기능을 표기하고, AI·디지털 도구를 쓰지 않는 국면은 비워두는 것이 교사의 의도적 선택임</a:t>
            </a:r>
            <a:endParaRPr/>
          </a:p>
          <a:p>
            <a:pPr indent="0" lvl="0" marL="0" rtl="0" algn="l">
              <a:lnSpc>
                <a:spcPct val="100000"/>
              </a:lnSpc>
              <a:spcBef>
                <a:spcPts val="0"/>
              </a:spcBef>
              <a:spcAft>
                <a:spcPts val="0"/>
              </a:spcAft>
              <a:buSzPts val="1400"/>
              <a:buNone/>
            </a:pPr>
            <a:r>
              <a:rPr b="1" lang="ko-KR"/>
              <a:t>(선택 근거)</a:t>
            </a:r>
            <a:r>
              <a:rPr lang="ko-KR"/>
              <a:t> 수업에서 활용하는 AI·디지털 도구를 선택한 교육적 이유를 간략히 기술함. 수업의도와 연계하여 도구 선택의 맥락을 드러낼 수 있음</a:t>
            </a:r>
            <a:endParaRPr/>
          </a:p>
          <a:p>
            <a:pPr indent="0" lvl="0" marL="0" rtl="0" algn="l">
              <a:lnSpc>
                <a:spcPct val="100000"/>
              </a:lnSpc>
              <a:spcBef>
                <a:spcPts val="0"/>
              </a:spcBef>
              <a:spcAft>
                <a:spcPts val="0"/>
              </a:spcAft>
              <a:buSzPts val="1400"/>
              <a:buNone/>
            </a:pPr>
            <a:r>
              <a:rPr b="1" lang="ko-KR"/>
              <a:t>(유의사항)</a:t>
            </a:r>
            <a:r>
              <a:rPr lang="ko-KR"/>
              <a:t> 개인정보 보호·저작권·정보 신뢰성 등 수업에서 AI·디지털 도구 활용 시 유의할 사항을 기재함</a:t>
            </a:r>
            <a:endParaRPr/>
          </a:p>
        </p:txBody>
      </p:sp>
      <p:sp>
        <p:nvSpPr>
          <p:cNvPr id="338" name="Google Shape;338;g3f3b1709a98_10_6:notes"/>
          <p:cNvSpPr txBox="1"/>
          <p:nvPr>
            <p:ph idx="12" type="sldNum"/>
          </p:nvPr>
        </p:nvSpPr>
        <p:spPr>
          <a:xfrm>
            <a:off x="3855838" y="9440647"/>
            <a:ext cx="2949900" cy="4986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ko-KR"/>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슬라이드" type="title">
  <p:cSld name="TITLE">
    <p:spTree>
      <p:nvGrpSpPr>
        <p:cNvPr id="15" name="Shape 15"/>
        <p:cNvGrpSpPr/>
        <p:nvPr/>
      </p:nvGrpSpPr>
      <p:grpSpPr>
        <a:xfrm>
          <a:off x="0" y="0"/>
          <a:ext cx="0" cy="0"/>
          <a:chOff x="0" y="0"/>
          <a:chExt cx="0" cy="0"/>
        </a:xfrm>
      </p:grpSpPr>
      <p:sp>
        <p:nvSpPr>
          <p:cNvPr id="16" name="Google Shape;16;p4"/>
          <p:cNvSpPr txBox="1"/>
          <p:nvPr>
            <p:ph type="ctrTitle"/>
          </p:nvPr>
        </p:nvSpPr>
        <p:spPr>
          <a:xfrm>
            <a:off x="914400" y="1472842"/>
            <a:ext cx="10363200" cy="3133172"/>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7874"/>
              <a:buFont typeface="Calibri"/>
              <a:buNone/>
              <a:defRPr sz="7874"/>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4"/>
          <p:cNvSpPr txBox="1"/>
          <p:nvPr>
            <p:ph idx="1" type="subTitle"/>
          </p:nvPr>
        </p:nvSpPr>
        <p:spPr>
          <a:xfrm>
            <a:off x="1524000" y="4726842"/>
            <a:ext cx="9144000" cy="2172804"/>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312"/>
              </a:spcBef>
              <a:spcAft>
                <a:spcPts val="0"/>
              </a:spcAft>
              <a:buClr>
                <a:schemeClr val="dk1"/>
              </a:buClr>
              <a:buSzPts val="3150"/>
              <a:buNone/>
              <a:defRPr sz="3150"/>
            </a:lvl1pPr>
            <a:lvl2pPr lvl="1" algn="ctr">
              <a:lnSpc>
                <a:spcPct val="90000"/>
              </a:lnSpc>
              <a:spcBef>
                <a:spcPts val="656"/>
              </a:spcBef>
              <a:spcAft>
                <a:spcPts val="0"/>
              </a:spcAft>
              <a:buClr>
                <a:schemeClr val="dk1"/>
              </a:buClr>
              <a:buSzPts val="2625"/>
              <a:buNone/>
              <a:defRPr sz="2625"/>
            </a:lvl2pPr>
            <a:lvl3pPr lvl="2" algn="ctr">
              <a:lnSpc>
                <a:spcPct val="90000"/>
              </a:lnSpc>
              <a:spcBef>
                <a:spcPts val="656"/>
              </a:spcBef>
              <a:spcAft>
                <a:spcPts val="0"/>
              </a:spcAft>
              <a:buClr>
                <a:schemeClr val="dk1"/>
              </a:buClr>
              <a:buSzPts val="2362"/>
              <a:buNone/>
              <a:defRPr sz="2362"/>
            </a:lvl3pPr>
            <a:lvl4pPr lvl="3" algn="ctr">
              <a:lnSpc>
                <a:spcPct val="90000"/>
              </a:lnSpc>
              <a:spcBef>
                <a:spcPts val="656"/>
              </a:spcBef>
              <a:spcAft>
                <a:spcPts val="0"/>
              </a:spcAft>
              <a:buClr>
                <a:schemeClr val="dk1"/>
              </a:buClr>
              <a:buSzPts val="2100"/>
              <a:buNone/>
              <a:defRPr sz="2100"/>
            </a:lvl4pPr>
            <a:lvl5pPr lvl="4" algn="ctr">
              <a:lnSpc>
                <a:spcPct val="90000"/>
              </a:lnSpc>
              <a:spcBef>
                <a:spcPts val="656"/>
              </a:spcBef>
              <a:spcAft>
                <a:spcPts val="0"/>
              </a:spcAft>
              <a:buClr>
                <a:schemeClr val="dk1"/>
              </a:buClr>
              <a:buSzPts val="2100"/>
              <a:buNone/>
              <a:defRPr sz="2100"/>
            </a:lvl5pPr>
            <a:lvl6pPr lvl="5" algn="ctr">
              <a:lnSpc>
                <a:spcPct val="90000"/>
              </a:lnSpc>
              <a:spcBef>
                <a:spcPts val="656"/>
              </a:spcBef>
              <a:spcAft>
                <a:spcPts val="0"/>
              </a:spcAft>
              <a:buClr>
                <a:schemeClr val="dk1"/>
              </a:buClr>
              <a:buSzPts val="2100"/>
              <a:buNone/>
              <a:defRPr sz="2100"/>
            </a:lvl6pPr>
            <a:lvl7pPr lvl="6" algn="ctr">
              <a:lnSpc>
                <a:spcPct val="90000"/>
              </a:lnSpc>
              <a:spcBef>
                <a:spcPts val="656"/>
              </a:spcBef>
              <a:spcAft>
                <a:spcPts val="0"/>
              </a:spcAft>
              <a:buClr>
                <a:schemeClr val="dk1"/>
              </a:buClr>
              <a:buSzPts val="2100"/>
              <a:buNone/>
              <a:defRPr sz="2100"/>
            </a:lvl7pPr>
            <a:lvl8pPr lvl="7" algn="ctr">
              <a:lnSpc>
                <a:spcPct val="90000"/>
              </a:lnSpc>
              <a:spcBef>
                <a:spcPts val="656"/>
              </a:spcBef>
              <a:spcAft>
                <a:spcPts val="0"/>
              </a:spcAft>
              <a:buClr>
                <a:schemeClr val="dk1"/>
              </a:buClr>
              <a:buSzPts val="2100"/>
              <a:buNone/>
              <a:defRPr sz="2100"/>
            </a:lvl8pPr>
            <a:lvl9pPr lvl="8" algn="ctr">
              <a:lnSpc>
                <a:spcPct val="90000"/>
              </a:lnSpc>
              <a:spcBef>
                <a:spcPts val="656"/>
              </a:spcBef>
              <a:spcAft>
                <a:spcPts val="0"/>
              </a:spcAft>
              <a:buClr>
                <a:schemeClr val="dk1"/>
              </a:buClr>
              <a:buSzPts val="2100"/>
              <a:buNone/>
              <a:defRPr sz="2100"/>
            </a:lvl9pPr>
          </a:lstStyle>
          <a:p/>
        </p:txBody>
      </p:sp>
      <p:sp>
        <p:nvSpPr>
          <p:cNvPr id="18" name="Google Shape;18;p4"/>
          <p:cNvSpPr txBox="1"/>
          <p:nvPr>
            <p:ph idx="10" type="dt"/>
          </p:nvPr>
        </p:nvSpPr>
        <p:spPr>
          <a:xfrm>
            <a:off x="838200" y="8341240"/>
            <a:ext cx="2743200" cy="47914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4"/>
          <p:cNvSpPr txBox="1"/>
          <p:nvPr>
            <p:ph idx="11" type="ftr"/>
          </p:nvPr>
        </p:nvSpPr>
        <p:spPr>
          <a:xfrm>
            <a:off x="4038600" y="8341240"/>
            <a:ext cx="4114800" cy="479142"/>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4"/>
          <p:cNvSpPr txBox="1"/>
          <p:nvPr>
            <p:ph idx="12" type="sldNum"/>
          </p:nvPr>
        </p:nvSpPr>
        <p:spPr>
          <a:xfrm>
            <a:off x="8610600" y="8341240"/>
            <a:ext cx="2743200" cy="479142"/>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및 내용" type="obj">
  <p:cSld name="OBJECT">
    <p:spTree>
      <p:nvGrpSpPr>
        <p:cNvPr id="21" name="Shape 21"/>
        <p:cNvGrpSpPr/>
        <p:nvPr/>
      </p:nvGrpSpPr>
      <p:grpSpPr>
        <a:xfrm>
          <a:off x="0" y="0"/>
          <a:ext cx="0" cy="0"/>
          <a:chOff x="0" y="0"/>
          <a:chExt cx="0" cy="0"/>
        </a:xfrm>
      </p:grpSpPr>
      <p:sp>
        <p:nvSpPr>
          <p:cNvPr id="22" name="Google Shape;22;p5"/>
          <p:cNvSpPr txBox="1"/>
          <p:nvPr>
            <p:ph type="title"/>
          </p:nvPr>
        </p:nvSpPr>
        <p:spPr>
          <a:xfrm>
            <a:off x="838200" y="479144"/>
            <a:ext cx="10515600" cy="173949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5"/>
          <p:cNvSpPr txBox="1"/>
          <p:nvPr>
            <p:ph idx="1" type="body"/>
          </p:nvPr>
        </p:nvSpPr>
        <p:spPr>
          <a:xfrm>
            <a:off x="838200" y="2395710"/>
            <a:ext cx="10515600" cy="571012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312"/>
              </a:spcBef>
              <a:spcAft>
                <a:spcPts val="0"/>
              </a:spcAft>
              <a:buClr>
                <a:schemeClr val="dk1"/>
              </a:buClr>
              <a:buSzPts val="1800"/>
              <a:buChar char="•"/>
              <a:defRPr/>
            </a:lvl1pPr>
            <a:lvl2pPr indent="-342900" lvl="1" marL="914400" algn="l">
              <a:lnSpc>
                <a:spcPct val="90000"/>
              </a:lnSpc>
              <a:spcBef>
                <a:spcPts val="656"/>
              </a:spcBef>
              <a:spcAft>
                <a:spcPts val="0"/>
              </a:spcAft>
              <a:buClr>
                <a:schemeClr val="dk1"/>
              </a:buClr>
              <a:buSzPts val="1800"/>
              <a:buChar char="•"/>
              <a:defRPr/>
            </a:lvl2pPr>
            <a:lvl3pPr indent="-342900" lvl="2" marL="1371600" algn="l">
              <a:lnSpc>
                <a:spcPct val="90000"/>
              </a:lnSpc>
              <a:spcBef>
                <a:spcPts val="656"/>
              </a:spcBef>
              <a:spcAft>
                <a:spcPts val="0"/>
              </a:spcAft>
              <a:buClr>
                <a:schemeClr val="dk1"/>
              </a:buClr>
              <a:buSzPts val="1800"/>
              <a:buChar char="•"/>
              <a:defRPr/>
            </a:lvl3pPr>
            <a:lvl4pPr indent="-342900" lvl="3" marL="1828800" algn="l">
              <a:lnSpc>
                <a:spcPct val="90000"/>
              </a:lnSpc>
              <a:spcBef>
                <a:spcPts val="656"/>
              </a:spcBef>
              <a:spcAft>
                <a:spcPts val="0"/>
              </a:spcAft>
              <a:buClr>
                <a:schemeClr val="dk1"/>
              </a:buClr>
              <a:buSzPts val="1800"/>
              <a:buChar char="•"/>
              <a:defRPr/>
            </a:lvl4pPr>
            <a:lvl5pPr indent="-342900" lvl="4" marL="2286000" algn="l">
              <a:lnSpc>
                <a:spcPct val="90000"/>
              </a:lnSpc>
              <a:spcBef>
                <a:spcPts val="656"/>
              </a:spcBef>
              <a:spcAft>
                <a:spcPts val="0"/>
              </a:spcAft>
              <a:buClr>
                <a:schemeClr val="dk1"/>
              </a:buClr>
              <a:buSzPts val="1800"/>
              <a:buChar char="•"/>
              <a:defRPr/>
            </a:lvl5pPr>
            <a:lvl6pPr indent="-342900" lvl="5" marL="2743200" algn="l">
              <a:lnSpc>
                <a:spcPct val="90000"/>
              </a:lnSpc>
              <a:spcBef>
                <a:spcPts val="656"/>
              </a:spcBef>
              <a:spcAft>
                <a:spcPts val="0"/>
              </a:spcAft>
              <a:buClr>
                <a:schemeClr val="dk1"/>
              </a:buClr>
              <a:buSzPts val="1800"/>
              <a:buChar char="•"/>
              <a:defRPr/>
            </a:lvl6pPr>
            <a:lvl7pPr indent="-342900" lvl="6" marL="3200400" algn="l">
              <a:lnSpc>
                <a:spcPct val="90000"/>
              </a:lnSpc>
              <a:spcBef>
                <a:spcPts val="656"/>
              </a:spcBef>
              <a:spcAft>
                <a:spcPts val="0"/>
              </a:spcAft>
              <a:buClr>
                <a:schemeClr val="dk1"/>
              </a:buClr>
              <a:buSzPts val="1800"/>
              <a:buChar char="•"/>
              <a:defRPr/>
            </a:lvl7pPr>
            <a:lvl8pPr indent="-342900" lvl="7" marL="3657600" algn="l">
              <a:lnSpc>
                <a:spcPct val="90000"/>
              </a:lnSpc>
              <a:spcBef>
                <a:spcPts val="656"/>
              </a:spcBef>
              <a:spcAft>
                <a:spcPts val="0"/>
              </a:spcAft>
              <a:buClr>
                <a:schemeClr val="dk1"/>
              </a:buClr>
              <a:buSzPts val="1800"/>
              <a:buChar char="•"/>
              <a:defRPr/>
            </a:lvl8pPr>
            <a:lvl9pPr indent="-342900" lvl="8" marL="4114800" algn="l">
              <a:lnSpc>
                <a:spcPct val="90000"/>
              </a:lnSpc>
              <a:spcBef>
                <a:spcPts val="656"/>
              </a:spcBef>
              <a:spcAft>
                <a:spcPts val="0"/>
              </a:spcAft>
              <a:buClr>
                <a:schemeClr val="dk1"/>
              </a:buClr>
              <a:buSzPts val="1800"/>
              <a:buChar char="•"/>
              <a:defRPr/>
            </a:lvl9pPr>
          </a:lstStyle>
          <a:p/>
        </p:txBody>
      </p:sp>
      <p:sp>
        <p:nvSpPr>
          <p:cNvPr id="24" name="Google Shape;24;p5"/>
          <p:cNvSpPr txBox="1"/>
          <p:nvPr>
            <p:ph idx="10" type="dt"/>
          </p:nvPr>
        </p:nvSpPr>
        <p:spPr>
          <a:xfrm>
            <a:off x="838200" y="8341240"/>
            <a:ext cx="2743200" cy="47914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5"/>
          <p:cNvSpPr txBox="1"/>
          <p:nvPr>
            <p:ph idx="11" type="ftr"/>
          </p:nvPr>
        </p:nvSpPr>
        <p:spPr>
          <a:xfrm>
            <a:off x="4038600" y="8341240"/>
            <a:ext cx="4114800" cy="479142"/>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5"/>
          <p:cNvSpPr txBox="1"/>
          <p:nvPr>
            <p:ph idx="12" type="sldNum"/>
          </p:nvPr>
        </p:nvSpPr>
        <p:spPr>
          <a:xfrm>
            <a:off x="8610600" y="8341240"/>
            <a:ext cx="2743200" cy="479142"/>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구역 머리글" type="secHead">
  <p:cSld name="SECTION_HEADER">
    <p:spTree>
      <p:nvGrpSpPr>
        <p:cNvPr id="27" name="Shape 27"/>
        <p:cNvGrpSpPr/>
        <p:nvPr/>
      </p:nvGrpSpPr>
      <p:grpSpPr>
        <a:xfrm>
          <a:off x="0" y="0"/>
          <a:ext cx="0" cy="0"/>
          <a:chOff x="0" y="0"/>
          <a:chExt cx="0" cy="0"/>
        </a:xfrm>
      </p:grpSpPr>
      <p:sp>
        <p:nvSpPr>
          <p:cNvPr id="28" name="Google Shape;28;p6"/>
          <p:cNvSpPr txBox="1"/>
          <p:nvPr>
            <p:ph type="title"/>
          </p:nvPr>
        </p:nvSpPr>
        <p:spPr>
          <a:xfrm>
            <a:off x="831851" y="2243638"/>
            <a:ext cx="10515600" cy="374355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7874"/>
              <a:buFont typeface="Calibri"/>
              <a:buNone/>
              <a:defRPr sz="7874"/>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6"/>
          <p:cNvSpPr txBox="1"/>
          <p:nvPr>
            <p:ph idx="1" type="body"/>
          </p:nvPr>
        </p:nvSpPr>
        <p:spPr>
          <a:xfrm>
            <a:off x="831851" y="6022610"/>
            <a:ext cx="10515600" cy="196864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312"/>
              </a:spcBef>
              <a:spcAft>
                <a:spcPts val="0"/>
              </a:spcAft>
              <a:buClr>
                <a:schemeClr val="dk1"/>
              </a:buClr>
              <a:buSzPts val="3150"/>
              <a:buNone/>
              <a:defRPr sz="3150">
                <a:solidFill>
                  <a:schemeClr val="dk1"/>
                </a:solidFill>
              </a:defRPr>
            </a:lvl1pPr>
            <a:lvl2pPr indent="-228600" lvl="1" marL="914400" algn="l">
              <a:lnSpc>
                <a:spcPct val="90000"/>
              </a:lnSpc>
              <a:spcBef>
                <a:spcPts val="656"/>
              </a:spcBef>
              <a:spcAft>
                <a:spcPts val="0"/>
              </a:spcAft>
              <a:buClr>
                <a:srgbClr val="888888"/>
              </a:buClr>
              <a:buSzPts val="2625"/>
              <a:buNone/>
              <a:defRPr sz="2625">
                <a:solidFill>
                  <a:srgbClr val="888888"/>
                </a:solidFill>
              </a:defRPr>
            </a:lvl2pPr>
            <a:lvl3pPr indent="-228600" lvl="2" marL="1371600" algn="l">
              <a:lnSpc>
                <a:spcPct val="90000"/>
              </a:lnSpc>
              <a:spcBef>
                <a:spcPts val="656"/>
              </a:spcBef>
              <a:spcAft>
                <a:spcPts val="0"/>
              </a:spcAft>
              <a:buClr>
                <a:srgbClr val="888888"/>
              </a:buClr>
              <a:buSzPts val="2362"/>
              <a:buNone/>
              <a:defRPr sz="2362">
                <a:solidFill>
                  <a:srgbClr val="888888"/>
                </a:solidFill>
              </a:defRPr>
            </a:lvl3pPr>
            <a:lvl4pPr indent="-228600" lvl="3" marL="1828800" algn="l">
              <a:lnSpc>
                <a:spcPct val="90000"/>
              </a:lnSpc>
              <a:spcBef>
                <a:spcPts val="656"/>
              </a:spcBef>
              <a:spcAft>
                <a:spcPts val="0"/>
              </a:spcAft>
              <a:buClr>
                <a:srgbClr val="888888"/>
              </a:buClr>
              <a:buSzPts val="2100"/>
              <a:buNone/>
              <a:defRPr sz="2100">
                <a:solidFill>
                  <a:srgbClr val="888888"/>
                </a:solidFill>
              </a:defRPr>
            </a:lvl4pPr>
            <a:lvl5pPr indent="-228600" lvl="4" marL="2286000" algn="l">
              <a:lnSpc>
                <a:spcPct val="90000"/>
              </a:lnSpc>
              <a:spcBef>
                <a:spcPts val="656"/>
              </a:spcBef>
              <a:spcAft>
                <a:spcPts val="0"/>
              </a:spcAft>
              <a:buClr>
                <a:srgbClr val="888888"/>
              </a:buClr>
              <a:buSzPts val="2100"/>
              <a:buNone/>
              <a:defRPr sz="2100">
                <a:solidFill>
                  <a:srgbClr val="888888"/>
                </a:solidFill>
              </a:defRPr>
            </a:lvl5pPr>
            <a:lvl6pPr indent="-228600" lvl="5" marL="2743200" algn="l">
              <a:lnSpc>
                <a:spcPct val="90000"/>
              </a:lnSpc>
              <a:spcBef>
                <a:spcPts val="656"/>
              </a:spcBef>
              <a:spcAft>
                <a:spcPts val="0"/>
              </a:spcAft>
              <a:buClr>
                <a:srgbClr val="888888"/>
              </a:buClr>
              <a:buSzPts val="2100"/>
              <a:buNone/>
              <a:defRPr sz="2100">
                <a:solidFill>
                  <a:srgbClr val="888888"/>
                </a:solidFill>
              </a:defRPr>
            </a:lvl6pPr>
            <a:lvl7pPr indent="-228600" lvl="6" marL="3200400" algn="l">
              <a:lnSpc>
                <a:spcPct val="90000"/>
              </a:lnSpc>
              <a:spcBef>
                <a:spcPts val="656"/>
              </a:spcBef>
              <a:spcAft>
                <a:spcPts val="0"/>
              </a:spcAft>
              <a:buClr>
                <a:srgbClr val="888888"/>
              </a:buClr>
              <a:buSzPts val="2100"/>
              <a:buNone/>
              <a:defRPr sz="2100">
                <a:solidFill>
                  <a:srgbClr val="888888"/>
                </a:solidFill>
              </a:defRPr>
            </a:lvl7pPr>
            <a:lvl8pPr indent="-228600" lvl="7" marL="3657600" algn="l">
              <a:lnSpc>
                <a:spcPct val="90000"/>
              </a:lnSpc>
              <a:spcBef>
                <a:spcPts val="656"/>
              </a:spcBef>
              <a:spcAft>
                <a:spcPts val="0"/>
              </a:spcAft>
              <a:buClr>
                <a:srgbClr val="888888"/>
              </a:buClr>
              <a:buSzPts val="2100"/>
              <a:buNone/>
              <a:defRPr sz="2100">
                <a:solidFill>
                  <a:srgbClr val="888888"/>
                </a:solidFill>
              </a:defRPr>
            </a:lvl8pPr>
            <a:lvl9pPr indent="-228600" lvl="8" marL="4114800" algn="l">
              <a:lnSpc>
                <a:spcPct val="90000"/>
              </a:lnSpc>
              <a:spcBef>
                <a:spcPts val="656"/>
              </a:spcBef>
              <a:spcAft>
                <a:spcPts val="0"/>
              </a:spcAft>
              <a:buClr>
                <a:srgbClr val="888888"/>
              </a:buClr>
              <a:buSzPts val="2100"/>
              <a:buNone/>
              <a:defRPr sz="2100">
                <a:solidFill>
                  <a:srgbClr val="888888"/>
                </a:solidFill>
              </a:defRPr>
            </a:lvl9pPr>
          </a:lstStyle>
          <a:p/>
        </p:txBody>
      </p:sp>
      <p:sp>
        <p:nvSpPr>
          <p:cNvPr id="30" name="Google Shape;30;p6"/>
          <p:cNvSpPr txBox="1"/>
          <p:nvPr>
            <p:ph idx="10" type="dt"/>
          </p:nvPr>
        </p:nvSpPr>
        <p:spPr>
          <a:xfrm>
            <a:off x="838200" y="8341240"/>
            <a:ext cx="2743200" cy="47914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6"/>
          <p:cNvSpPr txBox="1"/>
          <p:nvPr>
            <p:ph idx="11" type="ftr"/>
          </p:nvPr>
        </p:nvSpPr>
        <p:spPr>
          <a:xfrm>
            <a:off x="4038600" y="8341240"/>
            <a:ext cx="4114800" cy="479142"/>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6"/>
          <p:cNvSpPr txBox="1"/>
          <p:nvPr>
            <p:ph idx="12" type="sldNum"/>
          </p:nvPr>
        </p:nvSpPr>
        <p:spPr>
          <a:xfrm>
            <a:off x="8610600" y="8341240"/>
            <a:ext cx="2743200" cy="479142"/>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콘텐츠 2개" type="twoObj">
  <p:cSld name="TWO_OBJECTS">
    <p:spTree>
      <p:nvGrpSpPr>
        <p:cNvPr id="33" name="Shape 33"/>
        <p:cNvGrpSpPr/>
        <p:nvPr/>
      </p:nvGrpSpPr>
      <p:grpSpPr>
        <a:xfrm>
          <a:off x="0" y="0"/>
          <a:ext cx="0" cy="0"/>
          <a:chOff x="0" y="0"/>
          <a:chExt cx="0" cy="0"/>
        </a:xfrm>
      </p:grpSpPr>
      <p:sp>
        <p:nvSpPr>
          <p:cNvPr id="34" name="Google Shape;34;p7"/>
          <p:cNvSpPr txBox="1"/>
          <p:nvPr>
            <p:ph type="title"/>
          </p:nvPr>
        </p:nvSpPr>
        <p:spPr>
          <a:xfrm>
            <a:off x="838200" y="479144"/>
            <a:ext cx="10515600" cy="173949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7"/>
          <p:cNvSpPr txBox="1"/>
          <p:nvPr>
            <p:ph idx="1" type="body"/>
          </p:nvPr>
        </p:nvSpPr>
        <p:spPr>
          <a:xfrm>
            <a:off x="838200" y="2395710"/>
            <a:ext cx="5181600" cy="571012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312"/>
              </a:spcBef>
              <a:spcAft>
                <a:spcPts val="0"/>
              </a:spcAft>
              <a:buClr>
                <a:schemeClr val="dk1"/>
              </a:buClr>
              <a:buSzPts val="1800"/>
              <a:buChar char="•"/>
              <a:defRPr/>
            </a:lvl1pPr>
            <a:lvl2pPr indent="-342900" lvl="1" marL="914400" algn="l">
              <a:lnSpc>
                <a:spcPct val="90000"/>
              </a:lnSpc>
              <a:spcBef>
                <a:spcPts val="656"/>
              </a:spcBef>
              <a:spcAft>
                <a:spcPts val="0"/>
              </a:spcAft>
              <a:buClr>
                <a:schemeClr val="dk1"/>
              </a:buClr>
              <a:buSzPts val="1800"/>
              <a:buChar char="•"/>
              <a:defRPr/>
            </a:lvl2pPr>
            <a:lvl3pPr indent="-342900" lvl="2" marL="1371600" algn="l">
              <a:lnSpc>
                <a:spcPct val="90000"/>
              </a:lnSpc>
              <a:spcBef>
                <a:spcPts val="656"/>
              </a:spcBef>
              <a:spcAft>
                <a:spcPts val="0"/>
              </a:spcAft>
              <a:buClr>
                <a:schemeClr val="dk1"/>
              </a:buClr>
              <a:buSzPts val="1800"/>
              <a:buChar char="•"/>
              <a:defRPr/>
            </a:lvl3pPr>
            <a:lvl4pPr indent="-342900" lvl="3" marL="1828800" algn="l">
              <a:lnSpc>
                <a:spcPct val="90000"/>
              </a:lnSpc>
              <a:spcBef>
                <a:spcPts val="656"/>
              </a:spcBef>
              <a:spcAft>
                <a:spcPts val="0"/>
              </a:spcAft>
              <a:buClr>
                <a:schemeClr val="dk1"/>
              </a:buClr>
              <a:buSzPts val="1800"/>
              <a:buChar char="•"/>
              <a:defRPr/>
            </a:lvl4pPr>
            <a:lvl5pPr indent="-342900" lvl="4" marL="2286000" algn="l">
              <a:lnSpc>
                <a:spcPct val="90000"/>
              </a:lnSpc>
              <a:spcBef>
                <a:spcPts val="656"/>
              </a:spcBef>
              <a:spcAft>
                <a:spcPts val="0"/>
              </a:spcAft>
              <a:buClr>
                <a:schemeClr val="dk1"/>
              </a:buClr>
              <a:buSzPts val="1800"/>
              <a:buChar char="•"/>
              <a:defRPr/>
            </a:lvl5pPr>
            <a:lvl6pPr indent="-342900" lvl="5" marL="2743200" algn="l">
              <a:lnSpc>
                <a:spcPct val="90000"/>
              </a:lnSpc>
              <a:spcBef>
                <a:spcPts val="656"/>
              </a:spcBef>
              <a:spcAft>
                <a:spcPts val="0"/>
              </a:spcAft>
              <a:buClr>
                <a:schemeClr val="dk1"/>
              </a:buClr>
              <a:buSzPts val="1800"/>
              <a:buChar char="•"/>
              <a:defRPr/>
            </a:lvl6pPr>
            <a:lvl7pPr indent="-342900" lvl="6" marL="3200400" algn="l">
              <a:lnSpc>
                <a:spcPct val="90000"/>
              </a:lnSpc>
              <a:spcBef>
                <a:spcPts val="656"/>
              </a:spcBef>
              <a:spcAft>
                <a:spcPts val="0"/>
              </a:spcAft>
              <a:buClr>
                <a:schemeClr val="dk1"/>
              </a:buClr>
              <a:buSzPts val="1800"/>
              <a:buChar char="•"/>
              <a:defRPr/>
            </a:lvl7pPr>
            <a:lvl8pPr indent="-342900" lvl="7" marL="3657600" algn="l">
              <a:lnSpc>
                <a:spcPct val="90000"/>
              </a:lnSpc>
              <a:spcBef>
                <a:spcPts val="656"/>
              </a:spcBef>
              <a:spcAft>
                <a:spcPts val="0"/>
              </a:spcAft>
              <a:buClr>
                <a:schemeClr val="dk1"/>
              </a:buClr>
              <a:buSzPts val="1800"/>
              <a:buChar char="•"/>
              <a:defRPr/>
            </a:lvl8pPr>
            <a:lvl9pPr indent="-342900" lvl="8" marL="4114800" algn="l">
              <a:lnSpc>
                <a:spcPct val="90000"/>
              </a:lnSpc>
              <a:spcBef>
                <a:spcPts val="656"/>
              </a:spcBef>
              <a:spcAft>
                <a:spcPts val="0"/>
              </a:spcAft>
              <a:buClr>
                <a:schemeClr val="dk1"/>
              </a:buClr>
              <a:buSzPts val="1800"/>
              <a:buChar char="•"/>
              <a:defRPr/>
            </a:lvl9pPr>
          </a:lstStyle>
          <a:p/>
        </p:txBody>
      </p:sp>
      <p:sp>
        <p:nvSpPr>
          <p:cNvPr id="36" name="Google Shape;36;p7"/>
          <p:cNvSpPr txBox="1"/>
          <p:nvPr>
            <p:ph idx="2" type="body"/>
          </p:nvPr>
        </p:nvSpPr>
        <p:spPr>
          <a:xfrm>
            <a:off x="6172200" y="2395710"/>
            <a:ext cx="5181600" cy="571012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312"/>
              </a:spcBef>
              <a:spcAft>
                <a:spcPts val="0"/>
              </a:spcAft>
              <a:buClr>
                <a:schemeClr val="dk1"/>
              </a:buClr>
              <a:buSzPts val="1800"/>
              <a:buChar char="•"/>
              <a:defRPr/>
            </a:lvl1pPr>
            <a:lvl2pPr indent="-342900" lvl="1" marL="914400" algn="l">
              <a:lnSpc>
                <a:spcPct val="90000"/>
              </a:lnSpc>
              <a:spcBef>
                <a:spcPts val="656"/>
              </a:spcBef>
              <a:spcAft>
                <a:spcPts val="0"/>
              </a:spcAft>
              <a:buClr>
                <a:schemeClr val="dk1"/>
              </a:buClr>
              <a:buSzPts val="1800"/>
              <a:buChar char="•"/>
              <a:defRPr/>
            </a:lvl2pPr>
            <a:lvl3pPr indent="-342900" lvl="2" marL="1371600" algn="l">
              <a:lnSpc>
                <a:spcPct val="90000"/>
              </a:lnSpc>
              <a:spcBef>
                <a:spcPts val="656"/>
              </a:spcBef>
              <a:spcAft>
                <a:spcPts val="0"/>
              </a:spcAft>
              <a:buClr>
                <a:schemeClr val="dk1"/>
              </a:buClr>
              <a:buSzPts val="1800"/>
              <a:buChar char="•"/>
              <a:defRPr/>
            </a:lvl3pPr>
            <a:lvl4pPr indent="-342900" lvl="3" marL="1828800" algn="l">
              <a:lnSpc>
                <a:spcPct val="90000"/>
              </a:lnSpc>
              <a:spcBef>
                <a:spcPts val="656"/>
              </a:spcBef>
              <a:spcAft>
                <a:spcPts val="0"/>
              </a:spcAft>
              <a:buClr>
                <a:schemeClr val="dk1"/>
              </a:buClr>
              <a:buSzPts val="1800"/>
              <a:buChar char="•"/>
              <a:defRPr/>
            </a:lvl4pPr>
            <a:lvl5pPr indent="-342900" lvl="4" marL="2286000" algn="l">
              <a:lnSpc>
                <a:spcPct val="90000"/>
              </a:lnSpc>
              <a:spcBef>
                <a:spcPts val="656"/>
              </a:spcBef>
              <a:spcAft>
                <a:spcPts val="0"/>
              </a:spcAft>
              <a:buClr>
                <a:schemeClr val="dk1"/>
              </a:buClr>
              <a:buSzPts val="1800"/>
              <a:buChar char="•"/>
              <a:defRPr/>
            </a:lvl5pPr>
            <a:lvl6pPr indent="-342900" lvl="5" marL="2743200" algn="l">
              <a:lnSpc>
                <a:spcPct val="90000"/>
              </a:lnSpc>
              <a:spcBef>
                <a:spcPts val="656"/>
              </a:spcBef>
              <a:spcAft>
                <a:spcPts val="0"/>
              </a:spcAft>
              <a:buClr>
                <a:schemeClr val="dk1"/>
              </a:buClr>
              <a:buSzPts val="1800"/>
              <a:buChar char="•"/>
              <a:defRPr/>
            </a:lvl6pPr>
            <a:lvl7pPr indent="-342900" lvl="6" marL="3200400" algn="l">
              <a:lnSpc>
                <a:spcPct val="90000"/>
              </a:lnSpc>
              <a:spcBef>
                <a:spcPts val="656"/>
              </a:spcBef>
              <a:spcAft>
                <a:spcPts val="0"/>
              </a:spcAft>
              <a:buClr>
                <a:schemeClr val="dk1"/>
              </a:buClr>
              <a:buSzPts val="1800"/>
              <a:buChar char="•"/>
              <a:defRPr/>
            </a:lvl7pPr>
            <a:lvl8pPr indent="-342900" lvl="7" marL="3657600" algn="l">
              <a:lnSpc>
                <a:spcPct val="90000"/>
              </a:lnSpc>
              <a:spcBef>
                <a:spcPts val="656"/>
              </a:spcBef>
              <a:spcAft>
                <a:spcPts val="0"/>
              </a:spcAft>
              <a:buClr>
                <a:schemeClr val="dk1"/>
              </a:buClr>
              <a:buSzPts val="1800"/>
              <a:buChar char="•"/>
              <a:defRPr/>
            </a:lvl8pPr>
            <a:lvl9pPr indent="-342900" lvl="8" marL="4114800" algn="l">
              <a:lnSpc>
                <a:spcPct val="90000"/>
              </a:lnSpc>
              <a:spcBef>
                <a:spcPts val="656"/>
              </a:spcBef>
              <a:spcAft>
                <a:spcPts val="0"/>
              </a:spcAft>
              <a:buClr>
                <a:schemeClr val="dk1"/>
              </a:buClr>
              <a:buSzPts val="1800"/>
              <a:buChar char="•"/>
              <a:defRPr/>
            </a:lvl9pPr>
          </a:lstStyle>
          <a:p/>
        </p:txBody>
      </p:sp>
      <p:sp>
        <p:nvSpPr>
          <p:cNvPr id="37" name="Google Shape;37;p7"/>
          <p:cNvSpPr txBox="1"/>
          <p:nvPr>
            <p:ph idx="10" type="dt"/>
          </p:nvPr>
        </p:nvSpPr>
        <p:spPr>
          <a:xfrm>
            <a:off x="838200" y="8341240"/>
            <a:ext cx="2743200" cy="47914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7"/>
          <p:cNvSpPr txBox="1"/>
          <p:nvPr>
            <p:ph idx="11" type="ftr"/>
          </p:nvPr>
        </p:nvSpPr>
        <p:spPr>
          <a:xfrm>
            <a:off x="4038600" y="8341240"/>
            <a:ext cx="4114800" cy="479142"/>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7"/>
          <p:cNvSpPr txBox="1"/>
          <p:nvPr>
            <p:ph idx="12" type="sldNum"/>
          </p:nvPr>
        </p:nvSpPr>
        <p:spPr>
          <a:xfrm>
            <a:off x="8610600" y="8341240"/>
            <a:ext cx="2743200" cy="479142"/>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비교" type="twoTxTwoObj">
  <p:cSld name="TWO_OBJECTS_WITH_TEXT">
    <p:spTree>
      <p:nvGrpSpPr>
        <p:cNvPr id="40" name="Shape 40"/>
        <p:cNvGrpSpPr/>
        <p:nvPr/>
      </p:nvGrpSpPr>
      <p:grpSpPr>
        <a:xfrm>
          <a:off x="0" y="0"/>
          <a:ext cx="0" cy="0"/>
          <a:chOff x="0" y="0"/>
          <a:chExt cx="0" cy="0"/>
        </a:xfrm>
      </p:grpSpPr>
      <p:sp>
        <p:nvSpPr>
          <p:cNvPr id="41" name="Google Shape;41;p8"/>
          <p:cNvSpPr txBox="1"/>
          <p:nvPr>
            <p:ph type="title"/>
          </p:nvPr>
        </p:nvSpPr>
        <p:spPr>
          <a:xfrm>
            <a:off x="839788" y="479144"/>
            <a:ext cx="10515600" cy="173949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8"/>
          <p:cNvSpPr txBox="1"/>
          <p:nvPr>
            <p:ph idx="1" type="body"/>
          </p:nvPr>
        </p:nvSpPr>
        <p:spPr>
          <a:xfrm>
            <a:off x="839789" y="2206137"/>
            <a:ext cx="5157787" cy="1081194"/>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312"/>
              </a:spcBef>
              <a:spcAft>
                <a:spcPts val="0"/>
              </a:spcAft>
              <a:buClr>
                <a:schemeClr val="dk1"/>
              </a:buClr>
              <a:buSzPts val="3150"/>
              <a:buNone/>
              <a:defRPr b="1" sz="3150"/>
            </a:lvl1pPr>
            <a:lvl2pPr indent="-228600" lvl="1" marL="914400" algn="l">
              <a:lnSpc>
                <a:spcPct val="90000"/>
              </a:lnSpc>
              <a:spcBef>
                <a:spcPts val="656"/>
              </a:spcBef>
              <a:spcAft>
                <a:spcPts val="0"/>
              </a:spcAft>
              <a:buClr>
                <a:schemeClr val="dk1"/>
              </a:buClr>
              <a:buSzPts val="2625"/>
              <a:buNone/>
              <a:defRPr b="1" sz="2625"/>
            </a:lvl2pPr>
            <a:lvl3pPr indent="-228600" lvl="2" marL="1371600" algn="l">
              <a:lnSpc>
                <a:spcPct val="90000"/>
              </a:lnSpc>
              <a:spcBef>
                <a:spcPts val="656"/>
              </a:spcBef>
              <a:spcAft>
                <a:spcPts val="0"/>
              </a:spcAft>
              <a:buClr>
                <a:schemeClr val="dk1"/>
              </a:buClr>
              <a:buSzPts val="2362"/>
              <a:buNone/>
              <a:defRPr b="1" sz="2362"/>
            </a:lvl3pPr>
            <a:lvl4pPr indent="-228600" lvl="3" marL="1828800" algn="l">
              <a:lnSpc>
                <a:spcPct val="90000"/>
              </a:lnSpc>
              <a:spcBef>
                <a:spcPts val="656"/>
              </a:spcBef>
              <a:spcAft>
                <a:spcPts val="0"/>
              </a:spcAft>
              <a:buClr>
                <a:schemeClr val="dk1"/>
              </a:buClr>
              <a:buSzPts val="2100"/>
              <a:buNone/>
              <a:defRPr b="1" sz="2100"/>
            </a:lvl4pPr>
            <a:lvl5pPr indent="-228600" lvl="4" marL="2286000" algn="l">
              <a:lnSpc>
                <a:spcPct val="90000"/>
              </a:lnSpc>
              <a:spcBef>
                <a:spcPts val="656"/>
              </a:spcBef>
              <a:spcAft>
                <a:spcPts val="0"/>
              </a:spcAft>
              <a:buClr>
                <a:schemeClr val="dk1"/>
              </a:buClr>
              <a:buSzPts val="2100"/>
              <a:buNone/>
              <a:defRPr b="1" sz="2100"/>
            </a:lvl5pPr>
            <a:lvl6pPr indent="-228600" lvl="5" marL="2743200" algn="l">
              <a:lnSpc>
                <a:spcPct val="90000"/>
              </a:lnSpc>
              <a:spcBef>
                <a:spcPts val="656"/>
              </a:spcBef>
              <a:spcAft>
                <a:spcPts val="0"/>
              </a:spcAft>
              <a:buClr>
                <a:schemeClr val="dk1"/>
              </a:buClr>
              <a:buSzPts val="2100"/>
              <a:buNone/>
              <a:defRPr b="1" sz="2100"/>
            </a:lvl6pPr>
            <a:lvl7pPr indent="-228600" lvl="6" marL="3200400" algn="l">
              <a:lnSpc>
                <a:spcPct val="90000"/>
              </a:lnSpc>
              <a:spcBef>
                <a:spcPts val="656"/>
              </a:spcBef>
              <a:spcAft>
                <a:spcPts val="0"/>
              </a:spcAft>
              <a:buClr>
                <a:schemeClr val="dk1"/>
              </a:buClr>
              <a:buSzPts val="2100"/>
              <a:buNone/>
              <a:defRPr b="1" sz="2100"/>
            </a:lvl7pPr>
            <a:lvl8pPr indent="-228600" lvl="7" marL="3657600" algn="l">
              <a:lnSpc>
                <a:spcPct val="90000"/>
              </a:lnSpc>
              <a:spcBef>
                <a:spcPts val="656"/>
              </a:spcBef>
              <a:spcAft>
                <a:spcPts val="0"/>
              </a:spcAft>
              <a:buClr>
                <a:schemeClr val="dk1"/>
              </a:buClr>
              <a:buSzPts val="2100"/>
              <a:buNone/>
              <a:defRPr b="1" sz="2100"/>
            </a:lvl8pPr>
            <a:lvl9pPr indent="-228600" lvl="8" marL="4114800" algn="l">
              <a:lnSpc>
                <a:spcPct val="90000"/>
              </a:lnSpc>
              <a:spcBef>
                <a:spcPts val="656"/>
              </a:spcBef>
              <a:spcAft>
                <a:spcPts val="0"/>
              </a:spcAft>
              <a:buClr>
                <a:schemeClr val="dk1"/>
              </a:buClr>
              <a:buSzPts val="2100"/>
              <a:buNone/>
              <a:defRPr b="1" sz="2100"/>
            </a:lvl9pPr>
          </a:lstStyle>
          <a:p/>
        </p:txBody>
      </p:sp>
      <p:sp>
        <p:nvSpPr>
          <p:cNvPr id="43" name="Google Shape;43;p8"/>
          <p:cNvSpPr txBox="1"/>
          <p:nvPr>
            <p:ph idx="2" type="body"/>
          </p:nvPr>
        </p:nvSpPr>
        <p:spPr>
          <a:xfrm>
            <a:off x="839789" y="3287331"/>
            <a:ext cx="5157787" cy="483516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312"/>
              </a:spcBef>
              <a:spcAft>
                <a:spcPts val="0"/>
              </a:spcAft>
              <a:buClr>
                <a:schemeClr val="dk1"/>
              </a:buClr>
              <a:buSzPts val="1800"/>
              <a:buChar char="•"/>
              <a:defRPr/>
            </a:lvl1pPr>
            <a:lvl2pPr indent="-342900" lvl="1" marL="914400" algn="l">
              <a:lnSpc>
                <a:spcPct val="90000"/>
              </a:lnSpc>
              <a:spcBef>
                <a:spcPts val="656"/>
              </a:spcBef>
              <a:spcAft>
                <a:spcPts val="0"/>
              </a:spcAft>
              <a:buClr>
                <a:schemeClr val="dk1"/>
              </a:buClr>
              <a:buSzPts val="1800"/>
              <a:buChar char="•"/>
              <a:defRPr/>
            </a:lvl2pPr>
            <a:lvl3pPr indent="-342900" lvl="2" marL="1371600" algn="l">
              <a:lnSpc>
                <a:spcPct val="90000"/>
              </a:lnSpc>
              <a:spcBef>
                <a:spcPts val="656"/>
              </a:spcBef>
              <a:spcAft>
                <a:spcPts val="0"/>
              </a:spcAft>
              <a:buClr>
                <a:schemeClr val="dk1"/>
              </a:buClr>
              <a:buSzPts val="1800"/>
              <a:buChar char="•"/>
              <a:defRPr/>
            </a:lvl3pPr>
            <a:lvl4pPr indent="-342900" lvl="3" marL="1828800" algn="l">
              <a:lnSpc>
                <a:spcPct val="90000"/>
              </a:lnSpc>
              <a:spcBef>
                <a:spcPts val="656"/>
              </a:spcBef>
              <a:spcAft>
                <a:spcPts val="0"/>
              </a:spcAft>
              <a:buClr>
                <a:schemeClr val="dk1"/>
              </a:buClr>
              <a:buSzPts val="1800"/>
              <a:buChar char="•"/>
              <a:defRPr/>
            </a:lvl4pPr>
            <a:lvl5pPr indent="-342900" lvl="4" marL="2286000" algn="l">
              <a:lnSpc>
                <a:spcPct val="90000"/>
              </a:lnSpc>
              <a:spcBef>
                <a:spcPts val="656"/>
              </a:spcBef>
              <a:spcAft>
                <a:spcPts val="0"/>
              </a:spcAft>
              <a:buClr>
                <a:schemeClr val="dk1"/>
              </a:buClr>
              <a:buSzPts val="1800"/>
              <a:buChar char="•"/>
              <a:defRPr/>
            </a:lvl5pPr>
            <a:lvl6pPr indent="-342900" lvl="5" marL="2743200" algn="l">
              <a:lnSpc>
                <a:spcPct val="90000"/>
              </a:lnSpc>
              <a:spcBef>
                <a:spcPts val="656"/>
              </a:spcBef>
              <a:spcAft>
                <a:spcPts val="0"/>
              </a:spcAft>
              <a:buClr>
                <a:schemeClr val="dk1"/>
              </a:buClr>
              <a:buSzPts val="1800"/>
              <a:buChar char="•"/>
              <a:defRPr/>
            </a:lvl6pPr>
            <a:lvl7pPr indent="-342900" lvl="6" marL="3200400" algn="l">
              <a:lnSpc>
                <a:spcPct val="90000"/>
              </a:lnSpc>
              <a:spcBef>
                <a:spcPts val="656"/>
              </a:spcBef>
              <a:spcAft>
                <a:spcPts val="0"/>
              </a:spcAft>
              <a:buClr>
                <a:schemeClr val="dk1"/>
              </a:buClr>
              <a:buSzPts val="1800"/>
              <a:buChar char="•"/>
              <a:defRPr/>
            </a:lvl7pPr>
            <a:lvl8pPr indent="-342900" lvl="7" marL="3657600" algn="l">
              <a:lnSpc>
                <a:spcPct val="90000"/>
              </a:lnSpc>
              <a:spcBef>
                <a:spcPts val="656"/>
              </a:spcBef>
              <a:spcAft>
                <a:spcPts val="0"/>
              </a:spcAft>
              <a:buClr>
                <a:schemeClr val="dk1"/>
              </a:buClr>
              <a:buSzPts val="1800"/>
              <a:buChar char="•"/>
              <a:defRPr/>
            </a:lvl8pPr>
            <a:lvl9pPr indent="-342900" lvl="8" marL="4114800" algn="l">
              <a:lnSpc>
                <a:spcPct val="90000"/>
              </a:lnSpc>
              <a:spcBef>
                <a:spcPts val="656"/>
              </a:spcBef>
              <a:spcAft>
                <a:spcPts val="0"/>
              </a:spcAft>
              <a:buClr>
                <a:schemeClr val="dk1"/>
              </a:buClr>
              <a:buSzPts val="1800"/>
              <a:buChar char="•"/>
              <a:defRPr/>
            </a:lvl9pPr>
          </a:lstStyle>
          <a:p/>
        </p:txBody>
      </p:sp>
      <p:sp>
        <p:nvSpPr>
          <p:cNvPr id="44" name="Google Shape;44;p8"/>
          <p:cNvSpPr txBox="1"/>
          <p:nvPr>
            <p:ph idx="3" type="body"/>
          </p:nvPr>
        </p:nvSpPr>
        <p:spPr>
          <a:xfrm>
            <a:off x="6172201" y="2206137"/>
            <a:ext cx="5183188" cy="1081194"/>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312"/>
              </a:spcBef>
              <a:spcAft>
                <a:spcPts val="0"/>
              </a:spcAft>
              <a:buClr>
                <a:schemeClr val="dk1"/>
              </a:buClr>
              <a:buSzPts val="3150"/>
              <a:buNone/>
              <a:defRPr b="1" sz="3150"/>
            </a:lvl1pPr>
            <a:lvl2pPr indent="-228600" lvl="1" marL="914400" algn="l">
              <a:lnSpc>
                <a:spcPct val="90000"/>
              </a:lnSpc>
              <a:spcBef>
                <a:spcPts val="656"/>
              </a:spcBef>
              <a:spcAft>
                <a:spcPts val="0"/>
              </a:spcAft>
              <a:buClr>
                <a:schemeClr val="dk1"/>
              </a:buClr>
              <a:buSzPts val="2625"/>
              <a:buNone/>
              <a:defRPr b="1" sz="2625"/>
            </a:lvl2pPr>
            <a:lvl3pPr indent="-228600" lvl="2" marL="1371600" algn="l">
              <a:lnSpc>
                <a:spcPct val="90000"/>
              </a:lnSpc>
              <a:spcBef>
                <a:spcPts val="656"/>
              </a:spcBef>
              <a:spcAft>
                <a:spcPts val="0"/>
              </a:spcAft>
              <a:buClr>
                <a:schemeClr val="dk1"/>
              </a:buClr>
              <a:buSzPts val="2362"/>
              <a:buNone/>
              <a:defRPr b="1" sz="2362"/>
            </a:lvl3pPr>
            <a:lvl4pPr indent="-228600" lvl="3" marL="1828800" algn="l">
              <a:lnSpc>
                <a:spcPct val="90000"/>
              </a:lnSpc>
              <a:spcBef>
                <a:spcPts val="656"/>
              </a:spcBef>
              <a:spcAft>
                <a:spcPts val="0"/>
              </a:spcAft>
              <a:buClr>
                <a:schemeClr val="dk1"/>
              </a:buClr>
              <a:buSzPts val="2100"/>
              <a:buNone/>
              <a:defRPr b="1" sz="2100"/>
            </a:lvl4pPr>
            <a:lvl5pPr indent="-228600" lvl="4" marL="2286000" algn="l">
              <a:lnSpc>
                <a:spcPct val="90000"/>
              </a:lnSpc>
              <a:spcBef>
                <a:spcPts val="656"/>
              </a:spcBef>
              <a:spcAft>
                <a:spcPts val="0"/>
              </a:spcAft>
              <a:buClr>
                <a:schemeClr val="dk1"/>
              </a:buClr>
              <a:buSzPts val="2100"/>
              <a:buNone/>
              <a:defRPr b="1" sz="2100"/>
            </a:lvl5pPr>
            <a:lvl6pPr indent="-228600" lvl="5" marL="2743200" algn="l">
              <a:lnSpc>
                <a:spcPct val="90000"/>
              </a:lnSpc>
              <a:spcBef>
                <a:spcPts val="656"/>
              </a:spcBef>
              <a:spcAft>
                <a:spcPts val="0"/>
              </a:spcAft>
              <a:buClr>
                <a:schemeClr val="dk1"/>
              </a:buClr>
              <a:buSzPts val="2100"/>
              <a:buNone/>
              <a:defRPr b="1" sz="2100"/>
            </a:lvl6pPr>
            <a:lvl7pPr indent="-228600" lvl="6" marL="3200400" algn="l">
              <a:lnSpc>
                <a:spcPct val="90000"/>
              </a:lnSpc>
              <a:spcBef>
                <a:spcPts val="656"/>
              </a:spcBef>
              <a:spcAft>
                <a:spcPts val="0"/>
              </a:spcAft>
              <a:buClr>
                <a:schemeClr val="dk1"/>
              </a:buClr>
              <a:buSzPts val="2100"/>
              <a:buNone/>
              <a:defRPr b="1" sz="2100"/>
            </a:lvl7pPr>
            <a:lvl8pPr indent="-228600" lvl="7" marL="3657600" algn="l">
              <a:lnSpc>
                <a:spcPct val="90000"/>
              </a:lnSpc>
              <a:spcBef>
                <a:spcPts val="656"/>
              </a:spcBef>
              <a:spcAft>
                <a:spcPts val="0"/>
              </a:spcAft>
              <a:buClr>
                <a:schemeClr val="dk1"/>
              </a:buClr>
              <a:buSzPts val="2100"/>
              <a:buNone/>
              <a:defRPr b="1" sz="2100"/>
            </a:lvl8pPr>
            <a:lvl9pPr indent="-228600" lvl="8" marL="4114800" algn="l">
              <a:lnSpc>
                <a:spcPct val="90000"/>
              </a:lnSpc>
              <a:spcBef>
                <a:spcPts val="656"/>
              </a:spcBef>
              <a:spcAft>
                <a:spcPts val="0"/>
              </a:spcAft>
              <a:buClr>
                <a:schemeClr val="dk1"/>
              </a:buClr>
              <a:buSzPts val="2100"/>
              <a:buNone/>
              <a:defRPr b="1" sz="2100"/>
            </a:lvl9pPr>
          </a:lstStyle>
          <a:p/>
        </p:txBody>
      </p:sp>
      <p:sp>
        <p:nvSpPr>
          <p:cNvPr id="45" name="Google Shape;45;p8"/>
          <p:cNvSpPr txBox="1"/>
          <p:nvPr>
            <p:ph idx="4" type="body"/>
          </p:nvPr>
        </p:nvSpPr>
        <p:spPr>
          <a:xfrm>
            <a:off x="6172201" y="3287331"/>
            <a:ext cx="5183188" cy="483516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312"/>
              </a:spcBef>
              <a:spcAft>
                <a:spcPts val="0"/>
              </a:spcAft>
              <a:buClr>
                <a:schemeClr val="dk1"/>
              </a:buClr>
              <a:buSzPts val="1800"/>
              <a:buChar char="•"/>
              <a:defRPr/>
            </a:lvl1pPr>
            <a:lvl2pPr indent="-342900" lvl="1" marL="914400" algn="l">
              <a:lnSpc>
                <a:spcPct val="90000"/>
              </a:lnSpc>
              <a:spcBef>
                <a:spcPts val="656"/>
              </a:spcBef>
              <a:spcAft>
                <a:spcPts val="0"/>
              </a:spcAft>
              <a:buClr>
                <a:schemeClr val="dk1"/>
              </a:buClr>
              <a:buSzPts val="1800"/>
              <a:buChar char="•"/>
              <a:defRPr/>
            </a:lvl2pPr>
            <a:lvl3pPr indent="-342900" lvl="2" marL="1371600" algn="l">
              <a:lnSpc>
                <a:spcPct val="90000"/>
              </a:lnSpc>
              <a:spcBef>
                <a:spcPts val="656"/>
              </a:spcBef>
              <a:spcAft>
                <a:spcPts val="0"/>
              </a:spcAft>
              <a:buClr>
                <a:schemeClr val="dk1"/>
              </a:buClr>
              <a:buSzPts val="1800"/>
              <a:buChar char="•"/>
              <a:defRPr/>
            </a:lvl3pPr>
            <a:lvl4pPr indent="-342900" lvl="3" marL="1828800" algn="l">
              <a:lnSpc>
                <a:spcPct val="90000"/>
              </a:lnSpc>
              <a:spcBef>
                <a:spcPts val="656"/>
              </a:spcBef>
              <a:spcAft>
                <a:spcPts val="0"/>
              </a:spcAft>
              <a:buClr>
                <a:schemeClr val="dk1"/>
              </a:buClr>
              <a:buSzPts val="1800"/>
              <a:buChar char="•"/>
              <a:defRPr/>
            </a:lvl4pPr>
            <a:lvl5pPr indent="-342900" lvl="4" marL="2286000" algn="l">
              <a:lnSpc>
                <a:spcPct val="90000"/>
              </a:lnSpc>
              <a:spcBef>
                <a:spcPts val="656"/>
              </a:spcBef>
              <a:spcAft>
                <a:spcPts val="0"/>
              </a:spcAft>
              <a:buClr>
                <a:schemeClr val="dk1"/>
              </a:buClr>
              <a:buSzPts val="1800"/>
              <a:buChar char="•"/>
              <a:defRPr/>
            </a:lvl5pPr>
            <a:lvl6pPr indent="-342900" lvl="5" marL="2743200" algn="l">
              <a:lnSpc>
                <a:spcPct val="90000"/>
              </a:lnSpc>
              <a:spcBef>
                <a:spcPts val="656"/>
              </a:spcBef>
              <a:spcAft>
                <a:spcPts val="0"/>
              </a:spcAft>
              <a:buClr>
                <a:schemeClr val="dk1"/>
              </a:buClr>
              <a:buSzPts val="1800"/>
              <a:buChar char="•"/>
              <a:defRPr/>
            </a:lvl6pPr>
            <a:lvl7pPr indent="-342900" lvl="6" marL="3200400" algn="l">
              <a:lnSpc>
                <a:spcPct val="90000"/>
              </a:lnSpc>
              <a:spcBef>
                <a:spcPts val="656"/>
              </a:spcBef>
              <a:spcAft>
                <a:spcPts val="0"/>
              </a:spcAft>
              <a:buClr>
                <a:schemeClr val="dk1"/>
              </a:buClr>
              <a:buSzPts val="1800"/>
              <a:buChar char="•"/>
              <a:defRPr/>
            </a:lvl7pPr>
            <a:lvl8pPr indent="-342900" lvl="7" marL="3657600" algn="l">
              <a:lnSpc>
                <a:spcPct val="90000"/>
              </a:lnSpc>
              <a:spcBef>
                <a:spcPts val="656"/>
              </a:spcBef>
              <a:spcAft>
                <a:spcPts val="0"/>
              </a:spcAft>
              <a:buClr>
                <a:schemeClr val="dk1"/>
              </a:buClr>
              <a:buSzPts val="1800"/>
              <a:buChar char="•"/>
              <a:defRPr/>
            </a:lvl8pPr>
            <a:lvl9pPr indent="-342900" lvl="8" marL="4114800" algn="l">
              <a:lnSpc>
                <a:spcPct val="90000"/>
              </a:lnSpc>
              <a:spcBef>
                <a:spcPts val="656"/>
              </a:spcBef>
              <a:spcAft>
                <a:spcPts val="0"/>
              </a:spcAft>
              <a:buClr>
                <a:schemeClr val="dk1"/>
              </a:buClr>
              <a:buSzPts val="1800"/>
              <a:buChar char="•"/>
              <a:defRPr/>
            </a:lvl9pPr>
          </a:lstStyle>
          <a:p/>
        </p:txBody>
      </p:sp>
      <p:sp>
        <p:nvSpPr>
          <p:cNvPr id="46" name="Google Shape;46;p8"/>
          <p:cNvSpPr txBox="1"/>
          <p:nvPr>
            <p:ph idx="10" type="dt"/>
          </p:nvPr>
        </p:nvSpPr>
        <p:spPr>
          <a:xfrm>
            <a:off x="838200" y="8341240"/>
            <a:ext cx="2743200" cy="47914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8"/>
          <p:cNvSpPr txBox="1"/>
          <p:nvPr>
            <p:ph idx="11" type="ftr"/>
          </p:nvPr>
        </p:nvSpPr>
        <p:spPr>
          <a:xfrm>
            <a:off x="4038600" y="8341240"/>
            <a:ext cx="4114800" cy="479142"/>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8"/>
          <p:cNvSpPr txBox="1"/>
          <p:nvPr>
            <p:ph idx="12" type="sldNum"/>
          </p:nvPr>
        </p:nvSpPr>
        <p:spPr>
          <a:xfrm>
            <a:off x="8610600" y="8341240"/>
            <a:ext cx="2743200" cy="479142"/>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만" type="titleOnly">
  <p:cSld name="TITLE_ONLY">
    <p:spTree>
      <p:nvGrpSpPr>
        <p:cNvPr id="49" name="Shape 49"/>
        <p:cNvGrpSpPr/>
        <p:nvPr/>
      </p:nvGrpSpPr>
      <p:grpSpPr>
        <a:xfrm>
          <a:off x="0" y="0"/>
          <a:ext cx="0" cy="0"/>
          <a:chOff x="0" y="0"/>
          <a:chExt cx="0" cy="0"/>
        </a:xfrm>
      </p:grpSpPr>
      <p:sp>
        <p:nvSpPr>
          <p:cNvPr id="50" name="Google Shape;50;p9"/>
          <p:cNvSpPr txBox="1"/>
          <p:nvPr>
            <p:ph type="title"/>
          </p:nvPr>
        </p:nvSpPr>
        <p:spPr>
          <a:xfrm>
            <a:off x="838200" y="479144"/>
            <a:ext cx="10515600" cy="173949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9"/>
          <p:cNvSpPr txBox="1"/>
          <p:nvPr>
            <p:ph idx="10" type="dt"/>
          </p:nvPr>
        </p:nvSpPr>
        <p:spPr>
          <a:xfrm>
            <a:off x="838200" y="8341240"/>
            <a:ext cx="2743200" cy="47914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9"/>
          <p:cNvSpPr txBox="1"/>
          <p:nvPr>
            <p:ph idx="11" type="ftr"/>
          </p:nvPr>
        </p:nvSpPr>
        <p:spPr>
          <a:xfrm>
            <a:off x="4038600" y="8341240"/>
            <a:ext cx="4114800" cy="479142"/>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9"/>
          <p:cNvSpPr txBox="1"/>
          <p:nvPr>
            <p:ph idx="12" type="sldNum"/>
          </p:nvPr>
        </p:nvSpPr>
        <p:spPr>
          <a:xfrm>
            <a:off x="8610600" y="8341240"/>
            <a:ext cx="2743200" cy="479142"/>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빈 화면" type="blank">
  <p:cSld name="BLANK">
    <p:spTree>
      <p:nvGrpSpPr>
        <p:cNvPr id="54" name="Shape 54"/>
        <p:cNvGrpSpPr/>
        <p:nvPr/>
      </p:nvGrpSpPr>
      <p:grpSpPr>
        <a:xfrm>
          <a:off x="0" y="0"/>
          <a:ext cx="0" cy="0"/>
          <a:chOff x="0" y="0"/>
          <a:chExt cx="0" cy="0"/>
        </a:xfrm>
      </p:grpSpPr>
      <p:sp>
        <p:nvSpPr>
          <p:cNvPr id="55" name="Google Shape;55;p10"/>
          <p:cNvSpPr txBox="1"/>
          <p:nvPr>
            <p:ph idx="10" type="dt"/>
          </p:nvPr>
        </p:nvSpPr>
        <p:spPr>
          <a:xfrm>
            <a:off x="838200" y="8341240"/>
            <a:ext cx="2743200" cy="47914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0"/>
          <p:cNvSpPr txBox="1"/>
          <p:nvPr>
            <p:ph idx="11" type="ftr"/>
          </p:nvPr>
        </p:nvSpPr>
        <p:spPr>
          <a:xfrm>
            <a:off x="4038600" y="8341240"/>
            <a:ext cx="4114800" cy="479142"/>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10"/>
          <p:cNvSpPr txBox="1"/>
          <p:nvPr>
            <p:ph idx="12" type="sldNum"/>
          </p:nvPr>
        </p:nvSpPr>
        <p:spPr>
          <a:xfrm>
            <a:off x="8610600" y="8341240"/>
            <a:ext cx="2743200" cy="479142"/>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캡션 있는 콘텐츠" type="objTx">
  <p:cSld name="OBJECT_WITH_CAPTION_TEXT">
    <p:spTree>
      <p:nvGrpSpPr>
        <p:cNvPr id="58" name="Shape 58"/>
        <p:cNvGrpSpPr/>
        <p:nvPr/>
      </p:nvGrpSpPr>
      <p:grpSpPr>
        <a:xfrm>
          <a:off x="0" y="0"/>
          <a:ext cx="0" cy="0"/>
          <a:chOff x="0" y="0"/>
          <a:chExt cx="0" cy="0"/>
        </a:xfrm>
      </p:grpSpPr>
      <p:sp>
        <p:nvSpPr>
          <p:cNvPr id="59" name="Google Shape;59;p11"/>
          <p:cNvSpPr txBox="1"/>
          <p:nvPr>
            <p:ph type="title"/>
          </p:nvPr>
        </p:nvSpPr>
        <p:spPr>
          <a:xfrm>
            <a:off x="839788" y="599969"/>
            <a:ext cx="3932237" cy="209989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199"/>
              <a:buFont typeface="Calibri"/>
              <a:buNone/>
              <a:defRPr sz="4199"/>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1"/>
          <p:cNvSpPr txBox="1"/>
          <p:nvPr>
            <p:ph idx="1" type="body"/>
          </p:nvPr>
        </p:nvSpPr>
        <p:spPr>
          <a:xfrm>
            <a:off x="5183188" y="1295769"/>
            <a:ext cx="6172200" cy="6395505"/>
          </a:xfrm>
          <a:prstGeom prst="rect">
            <a:avLst/>
          </a:prstGeom>
          <a:noFill/>
          <a:ln>
            <a:noFill/>
          </a:ln>
        </p:spPr>
        <p:txBody>
          <a:bodyPr anchorCtr="0" anchor="t" bIns="45700" lIns="91425" spcFirstLastPara="1" rIns="91425" wrap="square" tIns="45700">
            <a:normAutofit/>
          </a:bodyPr>
          <a:lstStyle>
            <a:lvl1pPr indent="-495237" lvl="0" marL="457200" algn="l">
              <a:lnSpc>
                <a:spcPct val="90000"/>
              </a:lnSpc>
              <a:spcBef>
                <a:spcPts val="1312"/>
              </a:spcBef>
              <a:spcAft>
                <a:spcPts val="0"/>
              </a:spcAft>
              <a:buClr>
                <a:schemeClr val="dk1"/>
              </a:buClr>
              <a:buSzPts val="4199"/>
              <a:buChar char="•"/>
              <a:defRPr sz="4199"/>
            </a:lvl1pPr>
            <a:lvl2pPr indent="-461899" lvl="1" marL="914400" algn="l">
              <a:lnSpc>
                <a:spcPct val="90000"/>
              </a:lnSpc>
              <a:spcBef>
                <a:spcPts val="656"/>
              </a:spcBef>
              <a:spcAft>
                <a:spcPts val="0"/>
              </a:spcAft>
              <a:buClr>
                <a:schemeClr val="dk1"/>
              </a:buClr>
              <a:buSzPts val="3674"/>
              <a:buChar char="•"/>
              <a:defRPr sz="3674"/>
            </a:lvl2pPr>
            <a:lvl3pPr indent="-428625" lvl="2" marL="1371600" algn="l">
              <a:lnSpc>
                <a:spcPct val="90000"/>
              </a:lnSpc>
              <a:spcBef>
                <a:spcPts val="656"/>
              </a:spcBef>
              <a:spcAft>
                <a:spcPts val="0"/>
              </a:spcAft>
              <a:buClr>
                <a:schemeClr val="dk1"/>
              </a:buClr>
              <a:buSzPts val="3150"/>
              <a:buChar char="•"/>
              <a:defRPr sz="3150"/>
            </a:lvl3pPr>
            <a:lvl4pPr indent="-395288" lvl="3" marL="1828800" algn="l">
              <a:lnSpc>
                <a:spcPct val="90000"/>
              </a:lnSpc>
              <a:spcBef>
                <a:spcPts val="656"/>
              </a:spcBef>
              <a:spcAft>
                <a:spcPts val="0"/>
              </a:spcAft>
              <a:buClr>
                <a:schemeClr val="dk1"/>
              </a:buClr>
              <a:buSzPts val="2625"/>
              <a:buChar char="•"/>
              <a:defRPr sz="2625"/>
            </a:lvl4pPr>
            <a:lvl5pPr indent="-395288" lvl="4" marL="2286000" algn="l">
              <a:lnSpc>
                <a:spcPct val="90000"/>
              </a:lnSpc>
              <a:spcBef>
                <a:spcPts val="656"/>
              </a:spcBef>
              <a:spcAft>
                <a:spcPts val="0"/>
              </a:spcAft>
              <a:buClr>
                <a:schemeClr val="dk1"/>
              </a:buClr>
              <a:buSzPts val="2625"/>
              <a:buChar char="•"/>
              <a:defRPr sz="2625"/>
            </a:lvl5pPr>
            <a:lvl6pPr indent="-395288" lvl="5" marL="2743200" algn="l">
              <a:lnSpc>
                <a:spcPct val="90000"/>
              </a:lnSpc>
              <a:spcBef>
                <a:spcPts val="656"/>
              </a:spcBef>
              <a:spcAft>
                <a:spcPts val="0"/>
              </a:spcAft>
              <a:buClr>
                <a:schemeClr val="dk1"/>
              </a:buClr>
              <a:buSzPts val="2625"/>
              <a:buChar char="•"/>
              <a:defRPr sz="2625"/>
            </a:lvl6pPr>
            <a:lvl7pPr indent="-395288" lvl="6" marL="3200400" algn="l">
              <a:lnSpc>
                <a:spcPct val="90000"/>
              </a:lnSpc>
              <a:spcBef>
                <a:spcPts val="656"/>
              </a:spcBef>
              <a:spcAft>
                <a:spcPts val="0"/>
              </a:spcAft>
              <a:buClr>
                <a:schemeClr val="dk1"/>
              </a:buClr>
              <a:buSzPts val="2625"/>
              <a:buChar char="•"/>
              <a:defRPr sz="2625"/>
            </a:lvl7pPr>
            <a:lvl8pPr indent="-395288" lvl="7" marL="3657600" algn="l">
              <a:lnSpc>
                <a:spcPct val="90000"/>
              </a:lnSpc>
              <a:spcBef>
                <a:spcPts val="656"/>
              </a:spcBef>
              <a:spcAft>
                <a:spcPts val="0"/>
              </a:spcAft>
              <a:buClr>
                <a:schemeClr val="dk1"/>
              </a:buClr>
              <a:buSzPts val="2625"/>
              <a:buChar char="•"/>
              <a:defRPr sz="2625"/>
            </a:lvl8pPr>
            <a:lvl9pPr indent="-395288" lvl="8" marL="4114800" algn="l">
              <a:lnSpc>
                <a:spcPct val="90000"/>
              </a:lnSpc>
              <a:spcBef>
                <a:spcPts val="656"/>
              </a:spcBef>
              <a:spcAft>
                <a:spcPts val="0"/>
              </a:spcAft>
              <a:buClr>
                <a:schemeClr val="dk1"/>
              </a:buClr>
              <a:buSzPts val="2625"/>
              <a:buChar char="•"/>
              <a:defRPr sz="2625"/>
            </a:lvl9pPr>
          </a:lstStyle>
          <a:p/>
        </p:txBody>
      </p:sp>
      <p:sp>
        <p:nvSpPr>
          <p:cNvPr id="61" name="Google Shape;61;p11"/>
          <p:cNvSpPr txBox="1"/>
          <p:nvPr>
            <p:ph idx="2" type="body"/>
          </p:nvPr>
        </p:nvSpPr>
        <p:spPr>
          <a:xfrm>
            <a:off x="839788" y="2699862"/>
            <a:ext cx="3932237" cy="500182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312"/>
              </a:spcBef>
              <a:spcAft>
                <a:spcPts val="0"/>
              </a:spcAft>
              <a:buClr>
                <a:schemeClr val="dk1"/>
              </a:buClr>
              <a:buSzPts val="2100"/>
              <a:buNone/>
              <a:defRPr sz="2100"/>
            </a:lvl1pPr>
            <a:lvl2pPr indent="-228600" lvl="1" marL="914400" algn="l">
              <a:lnSpc>
                <a:spcPct val="90000"/>
              </a:lnSpc>
              <a:spcBef>
                <a:spcPts val="656"/>
              </a:spcBef>
              <a:spcAft>
                <a:spcPts val="0"/>
              </a:spcAft>
              <a:buClr>
                <a:schemeClr val="dk1"/>
              </a:buClr>
              <a:buSzPts val="1837"/>
              <a:buNone/>
              <a:defRPr sz="1837"/>
            </a:lvl2pPr>
            <a:lvl3pPr indent="-228600" lvl="2" marL="1371600" algn="l">
              <a:lnSpc>
                <a:spcPct val="90000"/>
              </a:lnSpc>
              <a:spcBef>
                <a:spcPts val="656"/>
              </a:spcBef>
              <a:spcAft>
                <a:spcPts val="0"/>
              </a:spcAft>
              <a:buClr>
                <a:schemeClr val="dk1"/>
              </a:buClr>
              <a:buSzPts val="1575"/>
              <a:buNone/>
              <a:defRPr sz="1575"/>
            </a:lvl3pPr>
            <a:lvl4pPr indent="-228600" lvl="3" marL="1828800" algn="l">
              <a:lnSpc>
                <a:spcPct val="90000"/>
              </a:lnSpc>
              <a:spcBef>
                <a:spcPts val="656"/>
              </a:spcBef>
              <a:spcAft>
                <a:spcPts val="0"/>
              </a:spcAft>
              <a:buClr>
                <a:schemeClr val="dk1"/>
              </a:buClr>
              <a:buSzPts val="1312"/>
              <a:buNone/>
              <a:defRPr sz="1312"/>
            </a:lvl4pPr>
            <a:lvl5pPr indent="-228600" lvl="4" marL="2286000" algn="l">
              <a:lnSpc>
                <a:spcPct val="90000"/>
              </a:lnSpc>
              <a:spcBef>
                <a:spcPts val="656"/>
              </a:spcBef>
              <a:spcAft>
                <a:spcPts val="0"/>
              </a:spcAft>
              <a:buClr>
                <a:schemeClr val="dk1"/>
              </a:buClr>
              <a:buSzPts val="1312"/>
              <a:buNone/>
              <a:defRPr sz="1312"/>
            </a:lvl5pPr>
            <a:lvl6pPr indent="-228600" lvl="5" marL="2743200" algn="l">
              <a:lnSpc>
                <a:spcPct val="90000"/>
              </a:lnSpc>
              <a:spcBef>
                <a:spcPts val="656"/>
              </a:spcBef>
              <a:spcAft>
                <a:spcPts val="0"/>
              </a:spcAft>
              <a:buClr>
                <a:schemeClr val="dk1"/>
              </a:buClr>
              <a:buSzPts val="1312"/>
              <a:buNone/>
              <a:defRPr sz="1312"/>
            </a:lvl6pPr>
            <a:lvl7pPr indent="-228600" lvl="6" marL="3200400" algn="l">
              <a:lnSpc>
                <a:spcPct val="90000"/>
              </a:lnSpc>
              <a:spcBef>
                <a:spcPts val="656"/>
              </a:spcBef>
              <a:spcAft>
                <a:spcPts val="0"/>
              </a:spcAft>
              <a:buClr>
                <a:schemeClr val="dk1"/>
              </a:buClr>
              <a:buSzPts val="1312"/>
              <a:buNone/>
              <a:defRPr sz="1312"/>
            </a:lvl7pPr>
            <a:lvl8pPr indent="-228600" lvl="7" marL="3657600" algn="l">
              <a:lnSpc>
                <a:spcPct val="90000"/>
              </a:lnSpc>
              <a:spcBef>
                <a:spcPts val="656"/>
              </a:spcBef>
              <a:spcAft>
                <a:spcPts val="0"/>
              </a:spcAft>
              <a:buClr>
                <a:schemeClr val="dk1"/>
              </a:buClr>
              <a:buSzPts val="1312"/>
              <a:buNone/>
              <a:defRPr sz="1312"/>
            </a:lvl8pPr>
            <a:lvl9pPr indent="-228600" lvl="8" marL="4114800" algn="l">
              <a:lnSpc>
                <a:spcPct val="90000"/>
              </a:lnSpc>
              <a:spcBef>
                <a:spcPts val="656"/>
              </a:spcBef>
              <a:spcAft>
                <a:spcPts val="0"/>
              </a:spcAft>
              <a:buClr>
                <a:schemeClr val="dk1"/>
              </a:buClr>
              <a:buSzPts val="1312"/>
              <a:buNone/>
              <a:defRPr sz="1312"/>
            </a:lvl9pPr>
          </a:lstStyle>
          <a:p/>
        </p:txBody>
      </p:sp>
      <p:sp>
        <p:nvSpPr>
          <p:cNvPr id="62" name="Google Shape;62;p11"/>
          <p:cNvSpPr txBox="1"/>
          <p:nvPr>
            <p:ph idx="10" type="dt"/>
          </p:nvPr>
        </p:nvSpPr>
        <p:spPr>
          <a:xfrm>
            <a:off x="838200" y="8341240"/>
            <a:ext cx="2743200" cy="47914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1"/>
          <p:cNvSpPr txBox="1"/>
          <p:nvPr>
            <p:ph idx="11" type="ftr"/>
          </p:nvPr>
        </p:nvSpPr>
        <p:spPr>
          <a:xfrm>
            <a:off x="4038600" y="8341240"/>
            <a:ext cx="4114800" cy="479142"/>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11"/>
          <p:cNvSpPr txBox="1"/>
          <p:nvPr>
            <p:ph idx="12" type="sldNum"/>
          </p:nvPr>
        </p:nvSpPr>
        <p:spPr>
          <a:xfrm>
            <a:off x="8610600" y="8341240"/>
            <a:ext cx="2743200" cy="479142"/>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캡션 있는 그림" type="picTx">
  <p:cSld name="PICTURE_WITH_CAPTION_TEXT">
    <p:spTree>
      <p:nvGrpSpPr>
        <p:cNvPr id="65" name="Shape 65"/>
        <p:cNvGrpSpPr/>
        <p:nvPr/>
      </p:nvGrpSpPr>
      <p:grpSpPr>
        <a:xfrm>
          <a:off x="0" y="0"/>
          <a:ext cx="0" cy="0"/>
          <a:chOff x="0" y="0"/>
          <a:chExt cx="0" cy="0"/>
        </a:xfrm>
      </p:grpSpPr>
      <p:sp>
        <p:nvSpPr>
          <p:cNvPr id="66" name="Google Shape;66;p12"/>
          <p:cNvSpPr txBox="1"/>
          <p:nvPr>
            <p:ph type="title"/>
          </p:nvPr>
        </p:nvSpPr>
        <p:spPr>
          <a:xfrm>
            <a:off x="839788" y="599969"/>
            <a:ext cx="3932237" cy="209989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199"/>
              <a:buFont typeface="Calibri"/>
              <a:buNone/>
              <a:defRPr sz="4199"/>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2"/>
          <p:cNvSpPr/>
          <p:nvPr>
            <p:ph idx="2" type="pic"/>
          </p:nvPr>
        </p:nvSpPr>
        <p:spPr>
          <a:xfrm>
            <a:off x="5183188" y="1295769"/>
            <a:ext cx="6172200" cy="6395505"/>
          </a:xfrm>
          <a:prstGeom prst="rect">
            <a:avLst/>
          </a:prstGeom>
          <a:noFill/>
          <a:ln>
            <a:noFill/>
          </a:ln>
        </p:spPr>
      </p:sp>
      <p:sp>
        <p:nvSpPr>
          <p:cNvPr id="68" name="Google Shape;68;p12"/>
          <p:cNvSpPr txBox="1"/>
          <p:nvPr>
            <p:ph idx="1" type="body"/>
          </p:nvPr>
        </p:nvSpPr>
        <p:spPr>
          <a:xfrm>
            <a:off x="839788" y="2699862"/>
            <a:ext cx="3932237" cy="500182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312"/>
              </a:spcBef>
              <a:spcAft>
                <a:spcPts val="0"/>
              </a:spcAft>
              <a:buClr>
                <a:schemeClr val="dk1"/>
              </a:buClr>
              <a:buSzPts val="2100"/>
              <a:buNone/>
              <a:defRPr sz="2100"/>
            </a:lvl1pPr>
            <a:lvl2pPr indent="-228600" lvl="1" marL="914400" algn="l">
              <a:lnSpc>
                <a:spcPct val="90000"/>
              </a:lnSpc>
              <a:spcBef>
                <a:spcPts val="656"/>
              </a:spcBef>
              <a:spcAft>
                <a:spcPts val="0"/>
              </a:spcAft>
              <a:buClr>
                <a:schemeClr val="dk1"/>
              </a:buClr>
              <a:buSzPts val="1837"/>
              <a:buNone/>
              <a:defRPr sz="1837"/>
            </a:lvl2pPr>
            <a:lvl3pPr indent="-228600" lvl="2" marL="1371600" algn="l">
              <a:lnSpc>
                <a:spcPct val="90000"/>
              </a:lnSpc>
              <a:spcBef>
                <a:spcPts val="656"/>
              </a:spcBef>
              <a:spcAft>
                <a:spcPts val="0"/>
              </a:spcAft>
              <a:buClr>
                <a:schemeClr val="dk1"/>
              </a:buClr>
              <a:buSzPts val="1575"/>
              <a:buNone/>
              <a:defRPr sz="1575"/>
            </a:lvl3pPr>
            <a:lvl4pPr indent="-228600" lvl="3" marL="1828800" algn="l">
              <a:lnSpc>
                <a:spcPct val="90000"/>
              </a:lnSpc>
              <a:spcBef>
                <a:spcPts val="656"/>
              </a:spcBef>
              <a:spcAft>
                <a:spcPts val="0"/>
              </a:spcAft>
              <a:buClr>
                <a:schemeClr val="dk1"/>
              </a:buClr>
              <a:buSzPts val="1312"/>
              <a:buNone/>
              <a:defRPr sz="1312"/>
            </a:lvl4pPr>
            <a:lvl5pPr indent="-228600" lvl="4" marL="2286000" algn="l">
              <a:lnSpc>
                <a:spcPct val="90000"/>
              </a:lnSpc>
              <a:spcBef>
                <a:spcPts val="656"/>
              </a:spcBef>
              <a:spcAft>
                <a:spcPts val="0"/>
              </a:spcAft>
              <a:buClr>
                <a:schemeClr val="dk1"/>
              </a:buClr>
              <a:buSzPts val="1312"/>
              <a:buNone/>
              <a:defRPr sz="1312"/>
            </a:lvl5pPr>
            <a:lvl6pPr indent="-228600" lvl="5" marL="2743200" algn="l">
              <a:lnSpc>
                <a:spcPct val="90000"/>
              </a:lnSpc>
              <a:spcBef>
                <a:spcPts val="656"/>
              </a:spcBef>
              <a:spcAft>
                <a:spcPts val="0"/>
              </a:spcAft>
              <a:buClr>
                <a:schemeClr val="dk1"/>
              </a:buClr>
              <a:buSzPts val="1312"/>
              <a:buNone/>
              <a:defRPr sz="1312"/>
            </a:lvl6pPr>
            <a:lvl7pPr indent="-228600" lvl="6" marL="3200400" algn="l">
              <a:lnSpc>
                <a:spcPct val="90000"/>
              </a:lnSpc>
              <a:spcBef>
                <a:spcPts val="656"/>
              </a:spcBef>
              <a:spcAft>
                <a:spcPts val="0"/>
              </a:spcAft>
              <a:buClr>
                <a:schemeClr val="dk1"/>
              </a:buClr>
              <a:buSzPts val="1312"/>
              <a:buNone/>
              <a:defRPr sz="1312"/>
            </a:lvl7pPr>
            <a:lvl8pPr indent="-228600" lvl="7" marL="3657600" algn="l">
              <a:lnSpc>
                <a:spcPct val="90000"/>
              </a:lnSpc>
              <a:spcBef>
                <a:spcPts val="656"/>
              </a:spcBef>
              <a:spcAft>
                <a:spcPts val="0"/>
              </a:spcAft>
              <a:buClr>
                <a:schemeClr val="dk1"/>
              </a:buClr>
              <a:buSzPts val="1312"/>
              <a:buNone/>
              <a:defRPr sz="1312"/>
            </a:lvl8pPr>
            <a:lvl9pPr indent="-228600" lvl="8" marL="4114800" algn="l">
              <a:lnSpc>
                <a:spcPct val="90000"/>
              </a:lnSpc>
              <a:spcBef>
                <a:spcPts val="656"/>
              </a:spcBef>
              <a:spcAft>
                <a:spcPts val="0"/>
              </a:spcAft>
              <a:buClr>
                <a:schemeClr val="dk1"/>
              </a:buClr>
              <a:buSzPts val="1312"/>
              <a:buNone/>
              <a:defRPr sz="1312"/>
            </a:lvl9pPr>
          </a:lstStyle>
          <a:p/>
        </p:txBody>
      </p:sp>
      <p:sp>
        <p:nvSpPr>
          <p:cNvPr id="69" name="Google Shape;69;p12"/>
          <p:cNvSpPr txBox="1"/>
          <p:nvPr>
            <p:ph idx="10" type="dt"/>
          </p:nvPr>
        </p:nvSpPr>
        <p:spPr>
          <a:xfrm>
            <a:off x="838200" y="8341240"/>
            <a:ext cx="2743200" cy="47914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2"/>
          <p:cNvSpPr txBox="1"/>
          <p:nvPr>
            <p:ph idx="11" type="ftr"/>
          </p:nvPr>
        </p:nvSpPr>
        <p:spPr>
          <a:xfrm>
            <a:off x="4038600" y="8341240"/>
            <a:ext cx="4114800" cy="479142"/>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2"/>
          <p:cNvSpPr txBox="1"/>
          <p:nvPr>
            <p:ph idx="12" type="sldNum"/>
          </p:nvPr>
        </p:nvSpPr>
        <p:spPr>
          <a:xfrm>
            <a:off x="8610600" y="8341240"/>
            <a:ext cx="2743200" cy="479142"/>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및 세로 텍스트" type="vertTx">
  <p:cSld name="VERTICAL_TEXT">
    <p:spTree>
      <p:nvGrpSpPr>
        <p:cNvPr id="72" name="Shape 72"/>
        <p:cNvGrpSpPr/>
        <p:nvPr/>
      </p:nvGrpSpPr>
      <p:grpSpPr>
        <a:xfrm>
          <a:off x="0" y="0"/>
          <a:ext cx="0" cy="0"/>
          <a:chOff x="0" y="0"/>
          <a:chExt cx="0" cy="0"/>
        </a:xfrm>
      </p:grpSpPr>
      <p:sp>
        <p:nvSpPr>
          <p:cNvPr id="73" name="Google Shape;73;p13"/>
          <p:cNvSpPr txBox="1"/>
          <p:nvPr>
            <p:ph type="title"/>
          </p:nvPr>
        </p:nvSpPr>
        <p:spPr>
          <a:xfrm>
            <a:off x="838200" y="479144"/>
            <a:ext cx="10515600" cy="173949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13"/>
          <p:cNvSpPr txBox="1"/>
          <p:nvPr>
            <p:ph idx="1" type="body"/>
          </p:nvPr>
        </p:nvSpPr>
        <p:spPr>
          <a:xfrm rot="5400000">
            <a:off x="3240938" y="-7028"/>
            <a:ext cx="5710124"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312"/>
              </a:spcBef>
              <a:spcAft>
                <a:spcPts val="0"/>
              </a:spcAft>
              <a:buClr>
                <a:schemeClr val="dk1"/>
              </a:buClr>
              <a:buSzPts val="1800"/>
              <a:buChar char="•"/>
              <a:defRPr/>
            </a:lvl1pPr>
            <a:lvl2pPr indent="-342900" lvl="1" marL="914400" algn="l">
              <a:lnSpc>
                <a:spcPct val="90000"/>
              </a:lnSpc>
              <a:spcBef>
                <a:spcPts val="656"/>
              </a:spcBef>
              <a:spcAft>
                <a:spcPts val="0"/>
              </a:spcAft>
              <a:buClr>
                <a:schemeClr val="dk1"/>
              </a:buClr>
              <a:buSzPts val="1800"/>
              <a:buChar char="•"/>
              <a:defRPr/>
            </a:lvl2pPr>
            <a:lvl3pPr indent="-342900" lvl="2" marL="1371600" algn="l">
              <a:lnSpc>
                <a:spcPct val="90000"/>
              </a:lnSpc>
              <a:spcBef>
                <a:spcPts val="656"/>
              </a:spcBef>
              <a:spcAft>
                <a:spcPts val="0"/>
              </a:spcAft>
              <a:buClr>
                <a:schemeClr val="dk1"/>
              </a:buClr>
              <a:buSzPts val="1800"/>
              <a:buChar char="•"/>
              <a:defRPr/>
            </a:lvl3pPr>
            <a:lvl4pPr indent="-342900" lvl="3" marL="1828800" algn="l">
              <a:lnSpc>
                <a:spcPct val="90000"/>
              </a:lnSpc>
              <a:spcBef>
                <a:spcPts val="656"/>
              </a:spcBef>
              <a:spcAft>
                <a:spcPts val="0"/>
              </a:spcAft>
              <a:buClr>
                <a:schemeClr val="dk1"/>
              </a:buClr>
              <a:buSzPts val="1800"/>
              <a:buChar char="•"/>
              <a:defRPr/>
            </a:lvl4pPr>
            <a:lvl5pPr indent="-342900" lvl="4" marL="2286000" algn="l">
              <a:lnSpc>
                <a:spcPct val="90000"/>
              </a:lnSpc>
              <a:spcBef>
                <a:spcPts val="656"/>
              </a:spcBef>
              <a:spcAft>
                <a:spcPts val="0"/>
              </a:spcAft>
              <a:buClr>
                <a:schemeClr val="dk1"/>
              </a:buClr>
              <a:buSzPts val="1800"/>
              <a:buChar char="•"/>
              <a:defRPr/>
            </a:lvl5pPr>
            <a:lvl6pPr indent="-342900" lvl="5" marL="2743200" algn="l">
              <a:lnSpc>
                <a:spcPct val="90000"/>
              </a:lnSpc>
              <a:spcBef>
                <a:spcPts val="656"/>
              </a:spcBef>
              <a:spcAft>
                <a:spcPts val="0"/>
              </a:spcAft>
              <a:buClr>
                <a:schemeClr val="dk1"/>
              </a:buClr>
              <a:buSzPts val="1800"/>
              <a:buChar char="•"/>
              <a:defRPr/>
            </a:lvl6pPr>
            <a:lvl7pPr indent="-342900" lvl="6" marL="3200400" algn="l">
              <a:lnSpc>
                <a:spcPct val="90000"/>
              </a:lnSpc>
              <a:spcBef>
                <a:spcPts val="656"/>
              </a:spcBef>
              <a:spcAft>
                <a:spcPts val="0"/>
              </a:spcAft>
              <a:buClr>
                <a:schemeClr val="dk1"/>
              </a:buClr>
              <a:buSzPts val="1800"/>
              <a:buChar char="•"/>
              <a:defRPr/>
            </a:lvl7pPr>
            <a:lvl8pPr indent="-342900" lvl="7" marL="3657600" algn="l">
              <a:lnSpc>
                <a:spcPct val="90000"/>
              </a:lnSpc>
              <a:spcBef>
                <a:spcPts val="656"/>
              </a:spcBef>
              <a:spcAft>
                <a:spcPts val="0"/>
              </a:spcAft>
              <a:buClr>
                <a:schemeClr val="dk1"/>
              </a:buClr>
              <a:buSzPts val="1800"/>
              <a:buChar char="•"/>
              <a:defRPr/>
            </a:lvl8pPr>
            <a:lvl9pPr indent="-342900" lvl="8" marL="4114800" algn="l">
              <a:lnSpc>
                <a:spcPct val="90000"/>
              </a:lnSpc>
              <a:spcBef>
                <a:spcPts val="656"/>
              </a:spcBef>
              <a:spcAft>
                <a:spcPts val="0"/>
              </a:spcAft>
              <a:buClr>
                <a:schemeClr val="dk1"/>
              </a:buClr>
              <a:buSzPts val="1800"/>
              <a:buChar char="•"/>
              <a:defRPr/>
            </a:lvl9pPr>
          </a:lstStyle>
          <a:p/>
        </p:txBody>
      </p:sp>
      <p:sp>
        <p:nvSpPr>
          <p:cNvPr id="75" name="Google Shape;75;p13"/>
          <p:cNvSpPr txBox="1"/>
          <p:nvPr>
            <p:ph idx="10" type="dt"/>
          </p:nvPr>
        </p:nvSpPr>
        <p:spPr>
          <a:xfrm>
            <a:off x="838200" y="8341240"/>
            <a:ext cx="2743200" cy="47914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3"/>
          <p:cNvSpPr txBox="1"/>
          <p:nvPr>
            <p:ph idx="11" type="ftr"/>
          </p:nvPr>
        </p:nvSpPr>
        <p:spPr>
          <a:xfrm>
            <a:off x="4038600" y="8341240"/>
            <a:ext cx="4114800" cy="479142"/>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13"/>
          <p:cNvSpPr txBox="1"/>
          <p:nvPr>
            <p:ph idx="12" type="sldNum"/>
          </p:nvPr>
        </p:nvSpPr>
        <p:spPr>
          <a:xfrm>
            <a:off x="8610600" y="8341240"/>
            <a:ext cx="2743200" cy="479142"/>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세로 제목 및 텍스트" type="vertTitleAndTx">
  <p:cSld name="VERTICAL_TITLE_AND_VERTICAL_TEXT">
    <p:spTree>
      <p:nvGrpSpPr>
        <p:cNvPr id="78" name="Shape 78"/>
        <p:cNvGrpSpPr/>
        <p:nvPr/>
      </p:nvGrpSpPr>
      <p:grpSpPr>
        <a:xfrm>
          <a:off x="0" y="0"/>
          <a:ext cx="0" cy="0"/>
          <a:chOff x="0" y="0"/>
          <a:chExt cx="0" cy="0"/>
        </a:xfrm>
      </p:grpSpPr>
      <p:sp>
        <p:nvSpPr>
          <p:cNvPr id="79" name="Google Shape;79;p14"/>
          <p:cNvSpPr txBox="1"/>
          <p:nvPr>
            <p:ph type="title"/>
          </p:nvPr>
        </p:nvSpPr>
        <p:spPr>
          <a:xfrm rot="5400000">
            <a:off x="6226005" y="2978038"/>
            <a:ext cx="7626692"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14"/>
          <p:cNvSpPr txBox="1"/>
          <p:nvPr>
            <p:ph idx="1" type="body"/>
          </p:nvPr>
        </p:nvSpPr>
        <p:spPr>
          <a:xfrm rot="5400000">
            <a:off x="892005" y="425338"/>
            <a:ext cx="7626692"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312"/>
              </a:spcBef>
              <a:spcAft>
                <a:spcPts val="0"/>
              </a:spcAft>
              <a:buClr>
                <a:schemeClr val="dk1"/>
              </a:buClr>
              <a:buSzPts val="1800"/>
              <a:buChar char="•"/>
              <a:defRPr/>
            </a:lvl1pPr>
            <a:lvl2pPr indent="-342900" lvl="1" marL="914400" algn="l">
              <a:lnSpc>
                <a:spcPct val="90000"/>
              </a:lnSpc>
              <a:spcBef>
                <a:spcPts val="656"/>
              </a:spcBef>
              <a:spcAft>
                <a:spcPts val="0"/>
              </a:spcAft>
              <a:buClr>
                <a:schemeClr val="dk1"/>
              </a:buClr>
              <a:buSzPts val="1800"/>
              <a:buChar char="•"/>
              <a:defRPr/>
            </a:lvl2pPr>
            <a:lvl3pPr indent="-342900" lvl="2" marL="1371600" algn="l">
              <a:lnSpc>
                <a:spcPct val="90000"/>
              </a:lnSpc>
              <a:spcBef>
                <a:spcPts val="656"/>
              </a:spcBef>
              <a:spcAft>
                <a:spcPts val="0"/>
              </a:spcAft>
              <a:buClr>
                <a:schemeClr val="dk1"/>
              </a:buClr>
              <a:buSzPts val="1800"/>
              <a:buChar char="•"/>
              <a:defRPr/>
            </a:lvl3pPr>
            <a:lvl4pPr indent="-342900" lvl="3" marL="1828800" algn="l">
              <a:lnSpc>
                <a:spcPct val="90000"/>
              </a:lnSpc>
              <a:spcBef>
                <a:spcPts val="656"/>
              </a:spcBef>
              <a:spcAft>
                <a:spcPts val="0"/>
              </a:spcAft>
              <a:buClr>
                <a:schemeClr val="dk1"/>
              </a:buClr>
              <a:buSzPts val="1800"/>
              <a:buChar char="•"/>
              <a:defRPr/>
            </a:lvl4pPr>
            <a:lvl5pPr indent="-342900" lvl="4" marL="2286000" algn="l">
              <a:lnSpc>
                <a:spcPct val="90000"/>
              </a:lnSpc>
              <a:spcBef>
                <a:spcPts val="656"/>
              </a:spcBef>
              <a:spcAft>
                <a:spcPts val="0"/>
              </a:spcAft>
              <a:buClr>
                <a:schemeClr val="dk1"/>
              </a:buClr>
              <a:buSzPts val="1800"/>
              <a:buChar char="•"/>
              <a:defRPr/>
            </a:lvl5pPr>
            <a:lvl6pPr indent="-342900" lvl="5" marL="2743200" algn="l">
              <a:lnSpc>
                <a:spcPct val="90000"/>
              </a:lnSpc>
              <a:spcBef>
                <a:spcPts val="656"/>
              </a:spcBef>
              <a:spcAft>
                <a:spcPts val="0"/>
              </a:spcAft>
              <a:buClr>
                <a:schemeClr val="dk1"/>
              </a:buClr>
              <a:buSzPts val="1800"/>
              <a:buChar char="•"/>
              <a:defRPr/>
            </a:lvl6pPr>
            <a:lvl7pPr indent="-342900" lvl="6" marL="3200400" algn="l">
              <a:lnSpc>
                <a:spcPct val="90000"/>
              </a:lnSpc>
              <a:spcBef>
                <a:spcPts val="656"/>
              </a:spcBef>
              <a:spcAft>
                <a:spcPts val="0"/>
              </a:spcAft>
              <a:buClr>
                <a:schemeClr val="dk1"/>
              </a:buClr>
              <a:buSzPts val="1800"/>
              <a:buChar char="•"/>
              <a:defRPr/>
            </a:lvl7pPr>
            <a:lvl8pPr indent="-342900" lvl="7" marL="3657600" algn="l">
              <a:lnSpc>
                <a:spcPct val="90000"/>
              </a:lnSpc>
              <a:spcBef>
                <a:spcPts val="656"/>
              </a:spcBef>
              <a:spcAft>
                <a:spcPts val="0"/>
              </a:spcAft>
              <a:buClr>
                <a:schemeClr val="dk1"/>
              </a:buClr>
              <a:buSzPts val="1800"/>
              <a:buChar char="•"/>
              <a:defRPr/>
            </a:lvl8pPr>
            <a:lvl9pPr indent="-342900" lvl="8" marL="4114800" algn="l">
              <a:lnSpc>
                <a:spcPct val="90000"/>
              </a:lnSpc>
              <a:spcBef>
                <a:spcPts val="656"/>
              </a:spcBef>
              <a:spcAft>
                <a:spcPts val="0"/>
              </a:spcAft>
              <a:buClr>
                <a:schemeClr val="dk1"/>
              </a:buClr>
              <a:buSzPts val="1800"/>
              <a:buChar char="•"/>
              <a:defRPr/>
            </a:lvl9pPr>
          </a:lstStyle>
          <a:p/>
        </p:txBody>
      </p:sp>
      <p:sp>
        <p:nvSpPr>
          <p:cNvPr id="81" name="Google Shape;81;p14"/>
          <p:cNvSpPr txBox="1"/>
          <p:nvPr>
            <p:ph idx="10" type="dt"/>
          </p:nvPr>
        </p:nvSpPr>
        <p:spPr>
          <a:xfrm>
            <a:off x="838200" y="8341240"/>
            <a:ext cx="2743200" cy="47914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14"/>
          <p:cNvSpPr txBox="1"/>
          <p:nvPr>
            <p:ph idx="11" type="ftr"/>
          </p:nvPr>
        </p:nvSpPr>
        <p:spPr>
          <a:xfrm>
            <a:off x="4038600" y="8341240"/>
            <a:ext cx="4114800" cy="479142"/>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4"/>
          <p:cNvSpPr txBox="1"/>
          <p:nvPr>
            <p:ph idx="12" type="sldNum"/>
          </p:nvPr>
        </p:nvSpPr>
        <p:spPr>
          <a:xfrm>
            <a:off x="8610600" y="8341240"/>
            <a:ext cx="2743200" cy="479142"/>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
          <p:cNvSpPr txBox="1"/>
          <p:nvPr>
            <p:ph type="title"/>
          </p:nvPr>
        </p:nvSpPr>
        <p:spPr>
          <a:xfrm>
            <a:off x="838200" y="479144"/>
            <a:ext cx="10515600" cy="1739495"/>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5774"/>
              <a:buFont typeface="Calibri"/>
              <a:buNone/>
              <a:defRPr b="0" i="0" sz="5774"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3"/>
          <p:cNvSpPr txBox="1"/>
          <p:nvPr>
            <p:ph idx="1" type="body"/>
          </p:nvPr>
        </p:nvSpPr>
        <p:spPr>
          <a:xfrm>
            <a:off x="838200" y="2395710"/>
            <a:ext cx="10515600" cy="5710124"/>
          </a:xfrm>
          <a:prstGeom prst="rect">
            <a:avLst/>
          </a:prstGeom>
          <a:noFill/>
          <a:ln>
            <a:noFill/>
          </a:ln>
        </p:spPr>
        <p:txBody>
          <a:bodyPr anchorCtr="0" anchor="t" bIns="45700" lIns="91425" spcFirstLastPara="1" rIns="91425" wrap="square" tIns="45700">
            <a:normAutofit/>
          </a:bodyPr>
          <a:lstStyle>
            <a:lvl1pPr indent="-461899" lvl="0" marL="457200" marR="0" rtl="0" algn="l">
              <a:lnSpc>
                <a:spcPct val="90000"/>
              </a:lnSpc>
              <a:spcBef>
                <a:spcPts val="1312"/>
              </a:spcBef>
              <a:spcAft>
                <a:spcPts val="0"/>
              </a:spcAft>
              <a:buClr>
                <a:schemeClr val="dk1"/>
              </a:buClr>
              <a:buSzPts val="3674"/>
              <a:buFont typeface="Arial"/>
              <a:buChar char="•"/>
              <a:defRPr b="0" i="0" sz="3674" u="none" cap="none" strike="noStrike">
                <a:solidFill>
                  <a:schemeClr val="dk1"/>
                </a:solidFill>
                <a:latin typeface="Calibri"/>
                <a:ea typeface="Calibri"/>
                <a:cs typeface="Calibri"/>
                <a:sym typeface="Calibri"/>
              </a:defRPr>
            </a:lvl1pPr>
            <a:lvl2pPr indent="-428625" lvl="1" marL="914400" marR="0" rtl="0" algn="l">
              <a:lnSpc>
                <a:spcPct val="90000"/>
              </a:lnSpc>
              <a:spcBef>
                <a:spcPts val="656"/>
              </a:spcBef>
              <a:spcAft>
                <a:spcPts val="0"/>
              </a:spcAft>
              <a:buClr>
                <a:schemeClr val="dk1"/>
              </a:buClr>
              <a:buSzPts val="3150"/>
              <a:buFont typeface="Arial"/>
              <a:buChar char="•"/>
              <a:defRPr b="0" i="0" sz="3150" u="none" cap="none" strike="noStrike">
                <a:solidFill>
                  <a:schemeClr val="dk1"/>
                </a:solidFill>
                <a:latin typeface="Calibri"/>
                <a:ea typeface="Calibri"/>
                <a:cs typeface="Calibri"/>
                <a:sym typeface="Calibri"/>
              </a:defRPr>
            </a:lvl2pPr>
            <a:lvl3pPr indent="-395288" lvl="2" marL="1371600" marR="0" rtl="0" algn="l">
              <a:lnSpc>
                <a:spcPct val="90000"/>
              </a:lnSpc>
              <a:spcBef>
                <a:spcPts val="656"/>
              </a:spcBef>
              <a:spcAft>
                <a:spcPts val="0"/>
              </a:spcAft>
              <a:buClr>
                <a:schemeClr val="dk1"/>
              </a:buClr>
              <a:buSzPts val="2625"/>
              <a:buFont typeface="Arial"/>
              <a:buChar char="•"/>
              <a:defRPr b="0" i="0" sz="2625" u="none" cap="none" strike="noStrike">
                <a:solidFill>
                  <a:schemeClr val="dk1"/>
                </a:solidFill>
                <a:latin typeface="Calibri"/>
                <a:ea typeface="Calibri"/>
                <a:cs typeface="Calibri"/>
                <a:sym typeface="Calibri"/>
              </a:defRPr>
            </a:lvl3pPr>
            <a:lvl4pPr indent="-378587" lvl="3" marL="1828800" marR="0" rtl="0" algn="l">
              <a:lnSpc>
                <a:spcPct val="90000"/>
              </a:lnSpc>
              <a:spcBef>
                <a:spcPts val="656"/>
              </a:spcBef>
              <a:spcAft>
                <a:spcPts val="0"/>
              </a:spcAft>
              <a:buClr>
                <a:schemeClr val="dk1"/>
              </a:buClr>
              <a:buSzPts val="2362"/>
              <a:buFont typeface="Arial"/>
              <a:buChar char="•"/>
              <a:defRPr b="0" i="0" sz="2362" u="none" cap="none" strike="noStrike">
                <a:solidFill>
                  <a:schemeClr val="dk1"/>
                </a:solidFill>
                <a:latin typeface="Calibri"/>
                <a:ea typeface="Calibri"/>
                <a:cs typeface="Calibri"/>
                <a:sym typeface="Calibri"/>
              </a:defRPr>
            </a:lvl4pPr>
            <a:lvl5pPr indent="-378587" lvl="4" marL="2286000" marR="0" rtl="0" algn="l">
              <a:lnSpc>
                <a:spcPct val="90000"/>
              </a:lnSpc>
              <a:spcBef>
                <a:spcPts val="656"/>
              </a:spcBef>
              <a:spcAft>
                <a:spcPts val="0"/>
              </a:spcAft>
              <a:buClr>
                <a:schemeClr val="dk1"/>
              </a:buClr>
              <a:buSzPts val="2362"/>
              <a:buFont typeface="Arial"/>
              <a:buChar char="•"/>
              <a:defRPr b="0" i="0" sz="2362" u="none" cap="none" strike="noStrike">
                <a:solidFill>
                  <a:schemeClr val="dk1"/>
                </a:solidFill>
                <a:latin typeface="Calibri"/>
                <a:ea typeface="Calibri"/>
                <a:cs typeface="Calibri"/>
                <a:sym typeface="Calibri"/>
              </a:defRPr>
            </a:lvl5pPr>
            <a:lvl6pPr indent="-378587" lvl="5" marL="2743200" marR="0" rtl="0" algn="l">
              <a:lnSpc>
                <a:spcPct val="90000"/>
              </a:lnSpc>
              <a:spcBef>
                <a:spcPts val="656"/>
              </a:spcBef>
              <a:spcAft>
                <a:spcPts val="0"/>
              </a:spcAft>
              <a:buClr>
                <a:schemeClr val="dk1"/>
              </a:buClr>
              <a:buSzPts val="2362"/>
              <a:buFont typeface="Arial"/>
              <a:buChar char="•"/>
              <a:defRPr b="0" i="0" sz="2362" u="none" cap="none" strike="noStrike">
                <a:solidFill>
                  <a:schemeClr val="dk1"/>
                </a:solidFill>
                <a:latin typeface="Calibri"/>
                <a:ea typeface="Calibri"/>
                <a:cs typeface="Calibri"/>
                <a:sym typeface="Calibri"/>
              </a:defRPr>
            </a:lvl6pPr>
            <a:lvl7pPr indent="-378587" lvl="6" marL="3200400" marR="0" rtl="0" algn="l">
              <a:lnSpc>
                <a:spcPct val="90000"/>
              </a:lnSpc>
              <a:spcBef>
                <a:spcPts val="656"/>
              </a:spcBef>
              <a:spcAft>
                <a:spcPts val="0"/>
              </a:spcAft>
              <a:buClr>
                <a:schemeClr val="dk1"/>
              </a:buClr>
              <a:buSzPts val="2362"/>
              <a:buFont typeface="Arial"/>
              <a:buChar char="•"/>
              <a:defRPr b="0" i="0" sz="2362" u="none" cap="none" strike="noStrike">
                <a:solidFill>
                  <a:schemeClr val="dk1"/>
                </a:solidFill>
                <a:latin typeface="Calibri"/>
                <a:ea typeface="Calibri"/>
                <a:cs typeface="Calibri"/>
                <a:sym typeface="Calibri"/>
              </a:defRPr>
            </a:lvl7pPr>
            <a:lvl8pPr indent="-378587" lvl="7" marL="3657600" marR="0" rtl="0" algn="l">
              <a:lnSpc>
                <a:spcPct val="90000"/>
              </a:lnSpc>
              <a:spcBef>
                <a:spcPts val="656"/>
              </a:spcBef>
              <a:spcAft>
                <a:spcPts val="0"/>
              </a:spcAft>
              <a:buClr>
                <a:schemeClr val="dk1"/>
              </a:buClr>
              <a:buSzPts val="2362"/>
              <a:buFont typeface="Arial"/>
              <a:buChar char="•"/>
              <a:defRPr b="0" i="0" sz="2362" u="none" cap="none" strike="noStrike">
                <a:solidFill>
                  <a:schemeClr val="dk1"/>
                </a:solidFill>
                <a:latin typeface="Calibri"/>
                <a:ea typeface="Calibri"/>
                <a:cs typeface="Calibri"/>
                <a:sym typeface="Calibri"/>
              </a:defRPr>
            </a:lvl8pPr>
            <a:lvl9pPr indent="-378587" lvl="8" marL="4114800" marR="0" rtl="0" algn="l">
              <a:lnSpc>
                <a:spcPct val="90000"/>
              </a:lnSpc>
              <a:spcBef>
                <a:spcPts val="656"/>
              </a:spcBef>
              <a:spcAft>
                <a:spcPts val="0"/>
              </a:spcAft>
              <a:buClr>
                <a:schemeClr val="dk1"/>
              </a:buClr>
              <a:buSzPts val="2362"/>
              <a:buFont typeface="Arial"/>
              <a:buChar char="•"/>
              <a:defRPr b="0" i="0" sz="2362" u="none" cap="none" strike="noStrike">
                <a:solidFill>
                  <a:schemeClr val="dk1"/>
                </a:solidFill>
                <a:latin typeface="Calibri"/>
                <a:ea typeface="Calibri"/>
                <a:cs typeface="Calibri"/>
                <a:sym typeface="Calibri"/>
              </a:defRPr>
            </a:lvl9pPr>
          </a:lstStyle>
          <a:p/>
        </p:txBody>
      </p:sp>
      <p:sp>
        <p:nvSpPr>
          <p:cNvPr id="12" name="Google Shape;12;p3"/>
          <p:cNvSpPr txBox="1"/>
          <p:nvPr>
            <p:ph idx="10" type="dt"/>
          </p:nvPr>
        </p:nvSpPr>
        <p:spPr>
          <a:xfrm>
            <a:off x="838200" y="8341240"/>
            <a:ext cx="2743200" cy="479142"/>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575"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3"/>
          <p:cNvSpPr txBox="1"/>
          <p:nvPr>
            <p:ph idx="11" type="ftr"/>
          </p:nvPr>
        </p:nvSpPr>
        <p:spPr>
          <a:xfrm>
            <a:off x="4038600" y="8341240"/>
            <a:ext cx="4114800" cy="479142"/>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575"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3"/>
          <p:cNvSpPr txBox="1"/>
          <p:nvPr>
            <p:ph idx="12" type="sldNum"/>
          </p:nvPr>
        </p:nvSpPr>
        <p:spPr>
          <a:xfrm>
            <a:off x="8610600" y="8341240"/>
            <a:ext cx="2743200" cy="479142"/>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575"/>
              <a:buFont typeface="Arial"/>
              <a:buNone/>
              <a:defRPr b="0" i="0" sz="1575"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ko-KR"/>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3.png"/><Relationship Id="rId6"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1.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3.png"/><Relationship Id="rId6"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3.png"/><Relationship Id="rId6"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3.png"/><Relationship Id="rId6"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3.png"/><Relationship Id="rId6"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grpSp>
        <p:nvGrpSpPr>
          <p:cNvPr id="89" name="Google Shape;89;g3f3b1709a98_10_139"/>
          <p:cNvGrpSpPr/>
          <p:nvPr/>
        </p:nvGrpSpPr>
        <p:grpSpPr>
          <a:xfrm>
            <a:off x="260060" y="176696"/>
            <a:ext cx="11671761" cy="491719"/>
            <a:chOff x="260060" y="463574"/>
            <a:chExt cx="11671761" cy="374700"/>
          </a:xfrm>
        </p:grpSpPr>
        <p:sp>
          <p:nvSpPr>
            <p:cNvPr id="90" name="Google Shape;90;g3f3b1709a98_10_139"/>
            <p:cNvSpPr/>
            <p:nvPr/>
          </p:nvSpPr>
          <p:spPr>
            <a:xfrm>
              <a:off x="260060" y="463574"/>
              <a:ext cx="1015200" cy="374700"/>
            </a:xfrm>
            <a:prstGeom prst="roundRect">
              <a:avLst>
                <a:gd fmla="val 16667" name="adj"/>
              </a:avLst>
            </a:prstGeom>
            <a:solidFill>
              <a:srgbClr val="002060"/>
            </a:solidFill>
            <a:ln cap="flat" cmpd="sng" w="14025">
              <a:solidFill>
                <a:schemeClr val="dk1"/>
              </a:solidFill>
              <a:prstDash val="solid"/>
              <a:round/>
              <a:headEnd len="sm" w="sm" type="none"/>
              <a:tailEnd len="sm" w="sm" type="none"/>
            </a:ln>
          </p:spPr>
          <p:txBody>
            <a:bodyPr anchorCtr="0" anchor="t" bIns="50450" lIns="100950" spcFirstLastPara="1" rIns="100950" wrap="square" tIns="50450">
              <a:noAutofit/>
            </a:bodyPr>
            <a:lstStyle/>
            <a:p>
              <a:pPr indent="0" lvl="0" marL="0" marR="0" rtl="0" algn="ctr">
                <a:spcBef>
                  <a:spcPts val="0"/>
                </a:spcBef>
                <a:spcAft>
                  <a:spcPts val="0"/>
                </a:spcAft>
                <a:buNone/>
              </a:pPr>
              <a:r>
                <a:rPr b="1" i="0" lang="ko-KR" sz="1800" u="none" cap="none" strike="noStrike">
                  <a:solidFill>
                    <a:schemeClr val="lt1"/>
                  </a:solidFill>
                  <a:latin typeface="Malgun Gothic"/>
                  <a:ea typeface="Malgun Gothic"/>
                  <a:cs typeface="Malgun Gothic"/>
                  <a:sym typeface="Malgun Gothic"/>
                </a:rPr>
                <a:t>별첨1</a:t>
              </a:r>
              <a:endParaRPr b="1" i="0" sz="1800" u="none" cap="none" strike="noStrike">
                <a:solidFill>
                  <a:schemeClr val="lt1"/>
                </a:solidFill>
                <a:latin typeface="Malgun Gothic"/>
                <a:ea typeface="Malgun Gothic"/>
                <a:cs typeface="Malgun Gothic"/>
                <a:sym typeface="Malgun Gothic"/>
              </a:endParaRPr>
            </a:p>
          </p:txBody>
        </p:sp>
        <p:sp>
          <p:nvSpPr>
            <p:cNvPr id="91" name="Google Shape;91;g3f3b1709a98_10_139"/>
            <p:cNvSpPr txBox="1"/>
            <p:nvPr/>
          </p:nvSpPr>
          <p:spPr>
            <a:xfrm>
              <a:off x="1434521" y="463574"/>
              <a:ext cx="10497300" cy="288900"/>
            </a:xfrm>
            <a:prstGeom prst="rect">
              <a:avLst/>
            </a:prstGeom>
            <a:solidFill>
              <a:schemeClr val="lt1"/>
            </a:solidFill>
            <a:ln cap="flat" cmpd="sng" w="14025">
              <a:solidFill>
                <a:schemeClr val="dk1"/>
              </a:solidFill>
              <a:prstDash val="solid"/>
              <a:round/>
              <a:headEnd len="sm" w="sm" type="none"/>
              <a:tailEnd len="sm" w="sm" type="none"/>
            </a:ln>
          </p:spPr>
          <p:txBody>
            <a:bodyPr anchorCtr="0" anchor="t" bIns="50450" lIns="100950" spcFirstLastPara="1" rIns="100950" wrap="square" tIns="50450">
              <a:spAutoFit/>
            </a:bodyPr>
            <a:lstStyle/>
            <a:p>
              <a:pPr indent="0" lvl="0" marL="0" marR="0" rtl="0" algn="just">
                <a:spcBef>
                  <a:spcPts val="0"/>
                </a:spcBef>
                <a:spcAft>
                  <a:spcPts val="0"/>
                </a:spcAft>
                <a:buNone/>
              </a:pPr>
              <a:r>
                <a:rPr b="1" i="0" lang="ko-KR" sz="1800" u="none" cap="none" strike="noStrike">
                  <a:solidFill>
                    <a:schemeClr val="dk1"/>
                  </a:solidFill>
                  <a:latin typeface="Malgun Gothic"/>
                  <a:ea typeface="Malgun Gothic"/>
                  <a:cs typeface="Malgun Gothic"/>
                  <a:sym typeface="Malgun Gothic"/>
                </a:rPr>
                <a:t>AI·디지털 도구 활용 </a:t>
              </a:r>
              <a:r>
                <a:rPr b="1" i="0" lang="ko-KR" sz="1800" u="none" cap="none" strike="noStrike">
                  <a:solidFill>
                    <a:srgbClr val="FF0000"/>
                  </a:solidFill>
                  <a:latin typeface="Malgun Gothic"/>
                  <a:ea typeface="Malgun Gothic"/>
                  <a:cs typeface="Malgun Gothic"/>
                  <a:sym typeface="Malgun Gothic"/>
                </a:rPr>
                <a:t>단원</a:t>
              </a:r>
              <a:r>
                <a:rPr b="1" i="0" lang="ko-KR" sz="1800" u="none" cap="none" strike="noStrike">
                  <a:solidFill>
                    <a:schemeClr val="dk1"/>
                  </a:solidFill>
                  <a:latin typeface="Malgun Gothic"/>
                  <a:ea typeface="Malgun Gothic"/>
                  <a:cs typeface="Malgun Gothic"/>
                  <a:sym typeface="Malgun Gothic"/>
                </a:rPr>
                <a:t> 교수·학습 설계안(양식)</a:t>
              </a:r>
              <a:endParaRPr b="1" i="0" sz="1800" u="none" cap="none" strike="noStrike">
                <a:solidFill>
                  <a:schemeClr val="dk1"/>
                </a:solidFill>
                <a:latin typeface="Malgun Gothic"/>
                <a:ea typeface="Malgun Gothic"/>
                <a:cs typeface="Malgun Gothic"/>
                <a:sym typeface="Malgun Gothic"/>
              </a:endParaRPr>
            </a:p>
          </p:txBody>
        </p:sp>
      </p:grpSp>
      <p:graphicFrame>
        <p:nvGraphicFramePr>
          <p:cNvPr id="92" name="Google Shape;92;g3f3b1709a98_10_139"/>
          <p:cNvGraphicFramePr/>
          <p:nvPr/>
        </p:nvGraphicFramePr>
        <p:xfrm>
          <a:off x="248899" y="1543983"/>
          <a:ext cx="3000000" cy="3000000"/>
        </p:xfrm>
        <a:graphic>
          <a:graphicData uri="http://schemas.openxmlformats.org/drawingml/2006/table">
            <a:tbl>
              <a:tblPr bandRow="1" firstRow="1">
                <a:noFill/>
                <a:tableStyleId>{C696451C-7B14-4947-B521-75B43C7F2E85}</a:tableStyleId>
              </a:tblPr>
              <a:tblGrid>
                <a:gridCol w="843600"/>
                <a:gridCol w="1524825"/>
                <a:gridCol w="931175"/>
                <a:gridCol w="2808400"/>
                <a:gridCol w="1001475"/>
                <a:gridCol w="2343100"/>
                <a:gridCol w="936700"/>
                <a:gridCol w="1304800"/>
              </a:tblGrid>
              <a:tr h="369250">
                <a:tc>
                  <a:txBody>
                    <a:bodyPr/>
                    <a:lstStyle/>
                    <a:p>
                      <a:pPr indent="0" lvl="0" marL="0" marR="0" rtl="0" algn="ctr">
                        <a:spcBef>
                          <a:spcPts val="0"/>
                        </a:spcBef>
                        <a:spcAft>
                          <a:spcPts val="0"/>
                        </a:spcAft>
                        <a:buNone/>
                      </a:pPr>
                      <a:r>
                        <a:rPr b="1" lang="ko-KR" sz="1400" u="none" cap="none" strike="noStrike">
                          <a:solidFill>
                            <a:schemeClr val="lt1"/>
                          </a:solidFill>
                          <a:latin typeface="Malgun Gothic"/>
                          <a:ea typeface="Malgun Gothic"/>
                          <a:cs typeface="Malgun Gothic"/>
                          <a:sym typeface="Malgun Gothic"/>
                        </a:rPr>
                        <a:t>학년-학기</a:t>
                      </a:r>
                      <a:endParaRPr sz="1900"/>
                    </a:p>
                  </a:txBody>
                  <a:tcPr marT="60025" marB="60025" marR="0" marL="0" anchor="ctr">
                    <a:lnL cap="flat" cmpd="sng" w="14025">
                      <a:solidFill>
                        <a:srgbClr val="000000">
                          <a:alpha val="0"/>
                        </a:srgbClr>
                      </a:solidFill>
                      <a:prstDash val="solid"/>
                      <a:round/>
                      <a:headEnd len="sm" w="sm" type="none"/>
                      <a:tailEnd len="sm" w="sm" type="none"/>
                    </a:lnL>
                    <a:lnR cap="flat" cmpd="sng" w="14025">
                      <a:solidFill>
                        <a:srgbClr val="03A9F4"/>
                      </a:solidFill>
                      <a:prstDash val="solid"/>
                      <a:round/>
                      <a:headEnd len="sm" w="sm" type="none"/>
                      <a:tailEnd len="sm" w="sm" type="none"/>
                    </a:lnR>
                    <a:lnT cap="flat" cmpd="sng" w="28050">
                      <a:solidFill>
                        <a:srgbClr val="03A9F4"/>
                      </a:solidFill>
                      <a:prstDash val="solid"/>
                      <a:round/>
                      <a:headEnd len="sm" w="sm" type="none"/>
                      <a:tailEnd len="sm" w="sm" type="none"/>
                    </a:lnT>
                    <a:lnB cap="flat" cmpd="sng" w="14025">
                      <a:solidFill>
                        <a:schemeClr val="lt1"/>
                      </a:solidFill>
                      <a:prstDash val="solid"/>
                      <a:round/>
                      <a:headEnd len="sm" w="sm" type="none"/>
                      <a:tailEnd len="sm" w="sm" type="none"/>
                    </a:lnB>
                    <a:solidFill>
                      <a:srgbClr val="03A9F4"/>
                    </a:solidFill>
                  </a:tcPr>
                </a:tc>
                <a:tc>
                  <a:txBody>
                    <a:bodyPr/>
                    <a:lstStyle/>
                    <a:p>
                      <a:pPr indent="0" lvl="0" marL="0" marR="0" rtl="0" algn="ctr">
                        <a:spcBef>
                          <a:spcPts val="0"/>
                        </a:spcBef>
                        <a:spcAft>
                          <a:spcPts val="0"/>
                        </a:spcAft>
                        <a:buNone/>
                      </a:pPr>
                      <a:r>
                        <a:rPr b="1" lang="ko-KR">
                          <a:solidFill>
                            <a:schemeClr val="dk1"/>
                          </a:solidFill>
                          <a:latin typeface="Malgun Gothic"/>
                          <a:ea typeface="Malgun Gothic"/>
                          <a:cs typeface="Malgun Gothic"/>
                          <a:sym typeface="Malgun Gothic"/>
                        </a:rPr>
                        <a:t>3학년 1학기</a:t>
                      </a:r>
                      <a:endParaRPr b="1" sz="1400" u="none" cap="none" strike="noStrike">
                        <a:solidFill>
                          <a:schemeClr val="dk1"/>
                        </a:solidFill>
                        <a:latin typeface="Malgun Gothic"/>
                        <a:ea typeface="Malgun Gothic"/>
                        <a:cs typeface="Malgun Gothic"/>
                        <a:sym typeface="Malgun Gothic"/>
                      </a:endParaRPr>
                    </a:p>
                  </a:txBody>
                  <a:tcPr marT="60025" marB="60025" marR="90000" marL="90000" anchor="ctr">
                    <a:lnL cap="flat" cmpd="sng" w="14025">
                      <a:solidFill>
                        <a:srgbClr val="03A9F4"/>
                      </a:solidFill>
                      <a:prstDash val="solid"/>
                      <a:round/>
                      <a:headEnd len="sm" w="sm" type="none"/>
                      <a:tailEnd len="sm" w="sm" type="none"/>
                    </a:lnL>
                    <a:lnR cap="flat" cmpd="sng" w="14025">
                      <a:solidFill>
                        <a:srgbClr val="03A9F4"/>
                      </a:solidFill>
                      <a:prstDash val="solid"/>
                      <a:round/>
                      <a:headEnd len="sm" w="sm" type="none"/>
                      <a:tailEnd len="sm" w="sm" type="none"/>
                    </a:lnR>
                    <a:lnT cap="flat" cmpd="sng" w="28050">
                      <a:solidFill>
                        <a:srgbClr val="03A9F4"/>
                      </a:solidFill>
                      <a:prstDash val="solid"/>
                      <a:round/>
                      <a:headEnd len="sm" w="sm" type="none"/>
                      <a:tailEnd len="sm" w="sm" type="none"/>
                    </a:lnT>
                    <a:lnB cap="flat" cmpd="sng" w="14025">
                      <a:solidFill>
                        <a:srgbClr val="03A9F4"/>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ko-KR" sz="1400" u="none" cap="none" strike="noStrike">
                          <a:solidFill>
                            <a:schemeClr val="lt1"/>
                          </a:solidFill>
                          <a:latin typeface="Malgun Gothic"/>
                          <a:ea typeface="Malgun Gothic"/>
                          <a:cs typeface="Malgun Gothic"/>
                          <a:sym typeface="Malgun Gothic"/>
                        </a:rPr>
                        <a:t>단원</a:t>
                      </a:r>
                      <a:endParaRPr sz="1900"/>
                    </a:p>
                  </a:txBody>
                  <a:tcPr marT="60025" marB="60025" marR="0" marL="0" anchor="ctr">
                    <a:lnL cap="flat" cmpd="sng" w="14025">
                      <a:solidFill>
                        <a:srgbClr val="03A9F4"/>
                      </a:solidFill>
                      <a:prstDash val="solid"/>
                      <a:round/>
                      <a:headEnd len="sm" w="sm" type="none"/>
                      <a:tailEnd len="sm" w="sm" type="none"/>
                    </a:lnL>
                    <a:lnR cap="flat" cmpd="sng" w="14025">
                      <a:solidFill>
                        <a:srgbClr val="000000"/>
                      </a:solidFill>
                      <a:prstDash val="solid"/>
                      <a:round/>
                      <a:headEnd len="sm" w="sm" type="none"/>
                      <a:tailEnd len="sm" w="sm" type="none"/>
                    </a:lnR>
                    <a:lnT cap="flat" cmpd="sng" w="28050">
                      <a:solidFill>
                        <a:srgbClr val="03A9F4"/>
                      </a:solidFill>
                      <a:prstDash val="solid"/>
                      <a:round/>
                      <a:headEnd len="sm" w="sm" type="none"/>
                      <a:tailEnd len="sm" w="sm" type="none"/>
                    </a:lnT>
                    <a:lnB cap="flat" cmpd="sng" w="14025">
                      <a:solidFill>
                        <a:srgbClr val="03A9F4"/>
                      </a:solidFill>
                      <a:prstDash val="solid"/>
                      <a:round/>
                      <a:headEnd len="sm" w="sm" type="none"/>
                      <a:tailEnd len="sm" w="sm" type="none"/>
                    </a:lnB>
                    <a:solidFill>
                      <a:srgbClr val="03A9F4"/>
                    </a:solidFill>
                  </a:tcPr>
                </a:tc>
                <a:tc>
                  <a:txBody>
                    <a:bodyPr/>
                    <a:lstStyle/>
                    <a:p>
                      <a:pPr indent="0" lvl="0" marL="0" marR="0" rtl="0" algn="ctr">
                        <a:spcBef>
                          <a:spcPts val="0"/>
                        </a:spcBef>
                        <a:spcAft>
                          <a:spcPts val="0"/>
                        </a:spcAft>
                        <a:buNone/>
                      </a:pPr>
                      <a:r>
                        <a:rPr b="1" lang="ko-KR">
                          <a:solidFill>
                            <a:schemeClr val="dk1"/>
                          </a:solidFill>
                          <a:latin typeface="Malgun Gothic"/>
                          <a:ea typeface="Malgun Gothic"/>
                          <a:cs typeface="Malgun Gothic"/>
                          <a:sym typeface="Malgun Gothic"/>
                        </a:rPr>
                        <a:t>매체의 활용</a:t>
                      </a:r>
                      <a:endParaRPr sz="1900">
                        <a:solidFill>
                          <a:schemeClr val="dk1"/>
                        </a:solidFill>
                      </a:endParaRPr>
                    </a:p>
                  </a:txBody>
                  <a:tcPr marT="60025" marB="60025" marR="90000" marL="90000" anchor="ctr">
                    <a:lnL cap="flat" cmpd="sng" w="14025">
                      <a:solidFill>
                        <a:srgbClr val="000000"/>
                      </a:solidFill>
                      <a:prstDash val="solid"/>
                      <a:round/>
                      <a:headEnd len="sm" w="sm" type="none"/>
                      <a:tailEnd len="sm" w="sm" type="none"/>
                    </a:lnL>
                    <a:lnR cap="flat" cmpd="sng" w="14025">
                      <a:solidFill>
                        <a:srgbClr val="000000"/>
                      </a:solidFill>
                      <a:prstDash val="solid"/>
                      <a:round/>
                      <a:headEnd len="sm" w="sm" type="none"/>
                      <a:tailEnd len="sm" w="sm" type="none"/>
                    </a:lnR>
                    <a:lnT cap="flat" cmpd="sng" w="28050">
                      <a:solidFill>
                        <a:srgbClr val="000000"/>
                      </a:solidFill>
                      <a:prstDash val="solid"/>
                      <a:round/>
                      <a:headEnd len="sm" w="sm" type="none"/>
                      <a:tailEnd len="sm" w="sm" type="none"/>
                    </a:lnT>
                    <a:lnB cap="flat" cmpd="sng" w="14025">
                      <a:solidFill>
                        <a:srgbClr val="000000"/>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ko-KR" sz="1400" u="none" cap="none" strike="noStrike">
                          <a:solidFill>
                            <a:schemeClr val="lt1"/>
                          </a:solidFill>
                          <a:latin typeface="Malgun Gothic"/>
                          <a:ea typeface="Malgun Gothic"/>
                          <a:cs typeface="Malgun Gothic"/>
                          <a:sym typeface="Malgun Gothic"/>
                        </a:rPr>
                        <a:t>대상</a:t>
                      </a:r>
                      <a:endParaRPr sz="1900"/>
                    </a:p>
                  </a:txBody>
                  <a:tcPr marT="60025" marB="60025" marR="0" marL="0" anchor="ctr">
                    <a:lnL cap="flat" cmpd="sng" w="14025">
                      <a:solidFill>
                        <a:srgbClr val="000000"/>
                      </a:solidFill>
                      <a:prstDash val="solid"/>
                      <a:round/>
                      <a:headEnd len="sm" w="sm" type="none"/>
                      <a:tailEnd len="sm" w="sm" type="none"/>
                    </a:lnL>
                    <a:lnR cap="flat" cmpd="sng" w="14025">
                      <a:solidFill>
                        <a:srgbClr val="03A9F4"/>
                      </a:solidFill>
                      <a:prstDash val="solid"/>
                      <a:round/>
                      <a:headEnd len="sm" w="sm" type="none"/>
                      <a:tailEnd len="sm" w="sm" type="none"/>
                    </a:lnR>
                    <a:lnT cap="flat" cmpd="sng" w="28050">
                      <a:solidFill>
                        <a:srgbClr val="03A9F4"/>
                      </a:solidFill>
                      <a:prstDash val="solid"/>
                      <a:round/>
                      <a:headEnd len="sm" w="sm" type="none"/>
                      <a:tailEnd len="sm" w="sm" type="none"/>
                    </a:lnT>
                    <a:lnB cap="flat" cmpd="sng" w="14025">
                      <a:solidFill>
                        <a:schemeClr val="lt1"/>
                      </a:solidFill>
                      <a:prstDash val="solid"/>
                      <a:round/>
                      <a:headEnd len="sm" w="sm" type="none"/>
                      <a:tailEnd len="sm" w="sm" type="none"/>
                    </a:lnB>
                    <a:solidFill>
                      <a:srgbClr val="03A9F4"/>
                    </a:solidFill>
                  </a:tcPr>
                </a:tc>
                <a:tc>
                  <a:txBody>
                    <a:bodyPr/>
                    <a:lstStyle/>
                    <a:p>
                      <a:pPr indent="0" lvl="0" marL="0" marR="0" rtl="0" algn="ctr">
                        <a:spcBef>
                          <a:spcPts val="0"/>
                        </a:spcBef>
                        <a:spcAft>
                          <a:spcPts val="0"/>
                        </a:spcAft>
                        <a:buNone/>
                      </a:pPr>
                      <a:r>
                        <a:rPr b="1" lang="ko-KR">
                          <a:solidFill>
                            <a:schemeClr val="dk1"/>
                          </a:solidFill>
                          <a:latin typeface="Malgun Gothic"/>
                          <a:ea typeface="Malgun Gothic"/>
                          <a:cs typeface="Malgun Gothic"/>
                          <a:sym typeface="Malgun Gothic"/>
                        </a:rPr>
                        <a:t>고등 3학년</a:t>
                      </a:r>
                      <a:endParaRPr b="1" sz="1400" u="none" cap="none" strike="noStrike">
                        <a:solidFill>
                          <a:schemeClr val="dk1"/>
                        </a:solidFill>
                        <a:latin typeface="Malgun Gothic"/>
                        <a:ea typeface="Malgun Gothic"/>
                        <a:cs typeface="Malgun Gothic"/>
                        <a:sym typeface="Malgun Gothic"/>
                      </a:endParaRPr>
                    </a:p>
                  </a:txBody>
                  <a:tcPr marT="60025" marB="60025" marR="90000" marL="90000" anchor="ctr">
                    <a:lnL cap="flat" cmpd="sng" w="14025">
                      <a:solidFill>
                        <a:srgbClr val="03A9F4"/>
                      </a:solidFill>
                      <a:prstDash val="solid"/>
                      <a:round/>
                      <a:headEnd len="sm" w="sm" type="none"/>
                      <a:tailEnd len="sm" w="sm" type="none"/>
                    </a:lnL>
                    <a:lnR cap="flat" cmpd="sng" w="14025">
                      <a:solidFill>
                        <a:srgbClr val="03A9F4"/>
                      </a:solidFill>
                      <a:prstDash val="solid"/>
                      <a:round/>
                      <a:headEnd len="sm" w="sm" type="none"/>
                      <a:tailEnd len="sm" w="sm" type="none"/>
                    </a:lnR>
                    <a:lnT cap="flat" cmpd="sng" w="28050">
                      <a:solidFill>
                        <a:srgbClr val="03A9F4"/>
                      </a:solidFill>
                      <a:prstDash val="solid"/>
                      <a:round/>
                      <a:headEnd len="sm" w="sm" type="none"/>
                      <a:tailEnd len="sm" w="sm" type="none"/>
                    </a:lnT>
                    <a:lnB cap="flat" cmpd="sng" w="14025">
                      <a:solidFill>
                        <a:srgbClr val="03A9F4"/>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ko-KR" sz="1400" u="none" cap="none" strike="noStrike">
                          <a:solidFill>
                            <a:schemeClr val="lt1"/>
                          </a:solidFill>
                          <a:latin typeface="Malgun Gothic"/>
                          <a:ea typeface="Malgun Gothic"/>
                          <a:cs typeface="Malgun Gothic"/>
                          <a:sym typeface="Malgun Gothic"/>
                        </a:rPr>
                        <a:t>지도교사</a:t>
                      </a:r>
                      <a:endParaRPr sz="1900"/>
                    </a:p>
                  </a:txBody>
                  <a:tcPr marT="60025" marB="60025" marR="0" marL="0" anchor="ctr">
                    <a:lnL cap="flat" cmpd="sng" w="14025">
                      <a:solidFill>
                        <a:srgbClr val="03A9F4"/>
                      </a:solidFill>
                      <a:prstDash val="solid"/>
                      <a:round/>
                      <a:headEnd len="sm" w="sm" type="none"/>
                      <a:tailEnd len="sm" w="sm" type="none"/>
                    </a:lnL>
                    <a:lnR cap="flat" cmpd="sng" w="14025">
                      <a:solidFill>
                        <a:srgbClr val="03A9F4"/>
                      </a:solidFill>
                      <a:prstDash val="solid"/>
                      <a:round/>
                      <a:headEnd len="sm" w="sm" type="none"/>
                      <a:tailEnd len="sm" w="sm" type="none"/>
                    </a:lnR>
                    <a:lnT cap="flat" cmpd="sng" w="28050">
                      <a:solidFill>
                        <a:srgbClr val="03A9F4"/>
                      </a:solidFill>
                      <a:prstDash val="solid"/>
                      <a:round/>
                      <a:headEnd len="sm" w="sm" type="none"/>
                      <a:tailEnd len="sm" w="sm" type="none"/>
                    </a:lnT>
                    <a:lnB cap="flat" cmpd="sng" w="14025">
                      <a:solidFill>
                        <a:srgbClr val="03A9F4"/>
                      </a:solidFill>
                      <a:prstDash val="solid"/>
                      <a:round/>
                      <a:headEnd len="sm" w="sm" type="none"/>
                      <a:tailEnd len="sm" w="sm" type="none"/>
                    </a:lnB>
                    <a:solidFill>
                      <a:srgbClr val="03A9F4"/>
                    </a:solidFill>
                  </a:tcPr>
                </a:tc>
                <a:tc>
                  <a:txBody>
                    <a:bodyPr/>
                    <a:lstStyle/>
                    <a:p>
                      <a:pPr indent="0" lvl="0" marL="0" marR="0" rtl="0" algn="ctr">
                        <a:spcBef>
                          <a:spcPts val="0"/>
                        </a:spcBef>
                        <a:spcAft>
                          <a:spcPts val="0"/>
                        </a:spcAft>
                        <a:buNone/>
                      </a:pPr>
                      <a:r>
                        <a:rPr b="1" lang="ko-KR">
                          <a:latin typeface="Malgun Gothic"/>
                          <a:ea typeface="Malgun Gothic"/>
                          <a:cs typeface="Malgun Gothic"/>
                          <a:sym typeface="Malgun Gothic"/>
                        </a:rPr>
                        <a:t>현용안</a:t>
                      </a:r>
                      <a:endParaRPr b="1" sz="1400" u="none" cap="none" strike="noStrike">
                        <a:latin typeface="Malgun Gothic"/>
                        <a:ea typeface="Malgun Gothic"/>
                        <a:cs typeface="Malgun Gothic"/>
                        <a:sym typeface="Malgun Gothic"/>
                      </a:endParaRPr>
                    </a:p>
                  </a:txBody>
                  <a:tcPr marT="60025" marB="60025" marR="90000" marL="90000" anchor="ctr">
                    <a:lnL cap="flat" cmpd="sng" w="14025">
                      <a:solidFill>
                        <a:srgbClr val="03A9F4"/>
                      </a:solidFill>
                      <a:prstDash val="solid"/>
                      <a:round/>
                      <a:headEnd len="sm" w="sm" type="none"/>
                      <a:tailEnd len="sm" w="sm" type="none"/>
                    </a:lnL>
                    <a:lnR cap="flat" cmpd="sng" w="14025">
                      <a:solidFill>
                        <a:srgbClr val="000000">
                          <a:alpha val="0"/>
                        </a:srgbClr>
                      </a:solidFill>
                      <a:prstDash val="solid"/>
                      <a:round/>
                      <a:headEnd len="sm" w="sm" type="none"/>
                      <a:tailEnd len="sm" w="sm" type="none"/>
                    </a:lnR>
                    <a:lnT cap="flat" cmpd="sng" w="28050">
                      <a:solidFill>
                        <a:srgbClr val="03A9F4"/>
                      </a:solidFill>
                      <a:prstDash val="solid"/>
                      <a:round/>
                      <a:headEnd len="sm" w="sm" type="none"/>
                      <a:tailEnd len="sm" w="sm" type="none"/>
                    </a:lnT>
                    <a:lnB cap="flat" cmpd="sng" w="14025">
                      <a:solidFill>
                        <a:srgbClr val="03A9F4"/>
                      </a:solidFill>
                      <a:prstDash val="solid"/>
                      <a:round/>
                      <a:headEnd len="sm" w="sm" type="none"/>
                      <a:tailEnd len="sm" w="sm" type="none"/>
                    </a:lnB>
                    <a:solidFill>
                      <a:schemeClr val="lt1"/>
                    </a:solidFill>
                  </a:tcPr>
                </a:tc>
              </a:tr>
              <a:tr h="640150">
                <a:tc>
                  <a:txBody>
                    <a:bodyPr/>
                    <a:lstStyle/>
                    <a:p>
                      <a:pPr indent="0" lvl="0" marL="0" marR="0" rtl="0" algn="ctr">
                        <a:spcBef>
                          <a:spcPts val="0"/>
                        </a:spcBef>
                        <a:spcAft>
                          <a:spcPts val="0"/>
                        </a:spcAft>
                        <a:buNone/>
                      </a:pPr>
                      <a:r>
                        <a:rPr b="1" lang="ko-KR" sz="1400" u="none" cap="none" strike="noStrike">
                          <a:solidFill>
                            <a:schemeClr val="lt1"/>
                          </a:solidFill>
                          <a:latin typeface="Malgun Gothic"/>
                          <a:ea typeface="Malgun Gothic"/>
                          <a:cs typeface="Malgun Gothic"/>
                          <a:sym typeface="Malgun Gothic"/>
                        </a:rPr>
                        <a:t>핵심</a:t>
                      </a:r>
                      <a:endParaRPr b="1" sz="1400" u="none" cap="none" strike="noStrike">
                        <a:solidFill>
                          <a:schemeClr val="lt1"/>
                        </a:solidFill>
                        <a:latin typeface="Malgun Gothic"/>
                        <a:ea typeface="Malgun Gothic"/>
                        <a:cs typeface="Malgun Gothic"/>
                        <a:sym typeface="Malgun Gothic"/>
                      </a:endParaRPr>
                    </a:p>
                    <a:p>
                      <a:pPr indent="0" lvl="0" marL="0" marR="0" rtl="0" algn="ctr">
                        <a:spcBef>
                          <a:spcPts val="0"/>
                        </a:spcBef>
                        <a:spcAft>
                          <a:spcPts val="0"/>
                        </a:spcAft>
                        <a:buNone/>
                      </a:pPr>
                      <a:r>
                        <a:rPr b="1" lang="ko-KR" sz="1400" u="none" cap="none" strike="noStrike">
                          <a:solidFill>
                            <a:schemeClr val="lt1"/>
                          </a:solidFill>
                          <a:latin typeface="Malgun Gothic"/>
                          <a:ea typeface="Malgun Gothic"/>
                          <a:cs typeface="Malgun Gothic"/>
                          <a:sym typeface="Malgun Gothic"/>
                        </a:rPr>
                        <a:t>아이디어</a:t>
                      </a:r>
                      <a:endParaRPr sz="1900"/>
                    </a:p>
                  </a:txBody>
                  <a:tcPr marT="60025" marB="60025" marR="0" marL="0" anchor="ctr">
                    <a:lnL cap="flat" cmpd="sng" w="14025">
                      <a:solidFill>
                        <a:srgbClr val="000000">
                          <a:alpha val="0"/>
                        </a:srgbClr>
                      </a:solidFill>
                      <a:prstDash val="solid"/>
                      <a:round/>
                      <a:headEnd len="sm" w="sm" type="none"/>
                      <a:tailEnd len="sm" w="sm" type="none"/>
                    </a:lnL>
                    <a:lnR cap="flat" cmpd="sng" w="14025">
                      <a:solidFill>
                        <a:srgbClr val="03A9F4"/>
                      </a:solidFill>
                      <a:prstDash val="solid"/>
                      <a:round/>
                      <a:headEnd len="sm" w="sm" type="none"/>
                      <a:tailEnd len="sm" w="sm" type="none"/>
                    </a:lnR>
                    <a:lnT cap="flat" cmpd="sng" w="14025">
                      <a:solidFill>
                        <a:schemeClr val="lt1"/>
                      </a:solidFill>
                      <a:prstDash val="solid"/>
                      <a:round/>
                      <a:headEnd len="sm" w="sm" type="none"/>
                      <a:tailEnd len="sm" w="sm" type="none"/>
                    </a:lnT>
                    <a:lnB cap="flat" cmpd="sng" w="14025">
                      <a:solidFill>
                        <a:schemeClr val="lt1"/>
                      </a:solidFill>
                      <a:prstDash val="solid"/>
                      <a:round/>
                      <a:headEnd len="sm" w="sm" type="none"/>
                      <a:tailEnd len="sm" w="sm" type="none"/>
                    </a:lnB>
                    <a:solidFill>
                      <a:srgbClr val="03A9F4"/>
                    </a:solidFill>
                  </a:tcPr>
                </a:tc>
                <a:tc gridSpan="3">
                  <a:txBody>
                    <a:bodyPr/>
                    <a:lstStyle/>
                    <a:p>
                      <a:pPr indent="0" lvl="0" marL="0" marR="0" rtl="0" algn="l">
                        <a:lnSpc>
                          <a:spcPct val="100000"/>
                        </a:lnSpc>
                        <a:spcBef>
                          <a:spcPts val="0"/>
                        </a:spcBef>
                        <a:spcAft>
                          <a:spcPts val="0"/>
                        </a:spcAft>
                        <a:buClr>
                          <a:schemeClr val="dk1"/>
                        </a:buClr>
                        <a:buSzPts val="1400"/>
                        <a:buFont typeface="Malgun Gothic"/>
                        <a:buNone/>
                      </a:pPr>
                      <a:r>
                        <a:rPr lang="ko-KR">
                          <a:solidFill>
                            <a:schemeClr val="dk1"/>
                          </a:solidFill>
                          <a:latin typeface="Malgun Gothic"/>
                          <a:ea typeface="Malgun Gothic"/>
                          <a:cs typeface="Malgun Gothic"/>
                          <a:sym typeface="Malgun Gothic"/>
                        </a:rPr>
                        <a:t>미술에서 매체의 활용은 융합적이고 창의적 시도로 문제를 해결하고 매체의 가치를 새롭게 인식하게 한다 </a:t>
                      </a:r>
                      <a:endParaRPr sz="1400" u="none" cap="none" strike="noStrike">
                        <a:solidFill>
                          <a:schemeClr val="dk1"/>
                        </a:solidFill>
                        <a:latin typeface="Malgun Gothic"/>
                        <a:ea typeface="Malgun Gothic"/>
                        <a:cs typeface="Malgun Gothic"/>
                        <a:sym typeface="Malgun Gothic"/>
                      </a:endParaRPr>
                    </a:p>
                  </a:txBody>
                  <a:tcPr marT="60025" marB="60025" marR="90000" marL="90000" anchor="ctr">
                    <a:lnL cap="flat" cmpd="sng" w="14025">
                      <a:solidFill>
                        <a:srgbClr val="03A9F4"/>
                      </a:solidFill>
                      <a:prstDash val="solid"/>
                      <a:round/>
                      <a:headEnd len="sm" w="sm" type="none"/>
                      <a:tailEnd len="sm" w="sm" type="none"/>
                    </a:lnL>
                    <a:lnR cap="flat" cmpd="sng" w="14025">
                      <a:solidFill>
                        <a:srgbClr val="03A9F4"/>
                      </a:solidFill>
                      <a:prstDash val="solid"/>
                      <a:round/>
                      <a:headEnd len="sm" w="sm" type="none"/>
                      <a:tailEnd len="sm" w="sm" type="none"/>
                    </a:lnR>
                    <a:lnT cap="flat" cmpd="sng" w="14025">
                      <a:solidFill>
                        <a:srgbClr val="03A9F4"/>
                      </a:solidFill>
                      <a:prstDash val="solid"/>
                      <a:round/>
                      <a:headEnd len="sm" w="sm" type="none"/>
                      <a:tailEnd len="sm" w="sm" type="none"/>
                    </a:lnT>
                    <a:lnB cap="flat" cmpd="sng" w="14025">
                      <a:solidFill>
                        <a:srgbClr val="03A9F4"/>
                      </a:solidFill>
                      <a:prstDash val="solid"/>
                      <a:round/>
                      <a:headEnd len="sm" w="sm" type="none"/>
                      <a:tailEnd len="sm" w="sm" type="none"/>
                    </a:lnB>
                    <a:solidFill>
                      <a:schemeClr val="lt1"/>
                    </a:solidFill>
                  </a:tcPr>
                </a:tc>
                <a:tc hMerge="1"/>
                <a:tc hMerge="1"/>
                <a:tc>
                  <a:txBody>
                    <a:bodyPr/>
                    <a:lstStyle/>
                    <a:p>
                      <a:pPr indent="0" lvl="0" marL="0" marR="0" rtl="0" algn="ctr">
                        <a:spcBef>
                          <a:spcPts val="0"/>
                        </a:spcBef>
                        <a:spcAft>
                          <a:spcPts val="0"/>
                        </a:spcAft>
                        <a:buNone/>
                      </a:pPr>
                      <a:r>
                        <a:rPr b="1" lang="ko-KR" sz="1400" u="none" cap="none" strike="noStrike">
                          <a:solidFill>
                            <a:schemeClr val="lt1"/>
                          </a:solidFill>
                          <a:latin typeface="Malgun Gothic"/>
                          <a:ea typeface="Malgun Gothic"/>
                          <a:cs typeface="Malgun Gothic"/>
                          <a:sym typeface="Malgun Gothic"/>
                        </a:rPr>
                        <a:t>성취기준</a:t>
                      </a:r>
                      <a:endParaRPr sz="1900"/>
                    </a:p>
                  </a:txBody>
                  <a:tcPr marT="60025" marB="60025" marR="0" marL="0" anchor="ctr">
                    <a:lnL cap="flat" cmpd="sng" w="14025">
                      <a:solidFill>
                        <a:srgbClr val="03A9F4"/>
                      </a:solidFill>
                      <a:prstDash val="solid"/>
                      <a:round/>
                      <a:headEnd len="sm" w="sm" type="none"/>
                      <a:tailEnd len="sm" w="sm" type="none"/>
                    </a:lnL>
                    <a:lnR cap="flat" cmpd="sng" w="14025">
                      <a:solidFill>
                        <a:srgbClr val="03A9F4"/>
                      </a:solidFill>
                      <a:prstDash val="solid"/>
                      <a:round/>
                      <a:headEnd len="sm" w="sm" type="none"/>
                      <a:tailEnd len="sm" w="sm" type="none"/>
                    </a:lnR>
                    <a:lnT cap="flat" cmpd="sng" w="14025">
                      <a:solidFill>
                        <a:schemeClr val="lt1"/>
                      </a:solidFill>
                      <a:prstDash val="solid"/>
                      <a:round/>
                      <a:headEnd len="sm" w="sm" type="none"/>
                      <a:tailEnd len="sm" w="sm" type="none"/>
                    </a:lnT>
                    <a:lnB cap="flat" cmpd="sng" w="14025">
                      <a:solidFill>
                        <a:schemeClr val="lt1"/>
                      </a:solidFill>
                      <a:prstDash val="solid"/>
                      <a:round/>
                      <a:headEnd len="sm" w="sm" type="none"/>
                      <a:tailEnd len="sm" w="sm" type="none"/>
                    </a:lnB>
                    <a:solidFill>
                      <a:srgbClr val="03A9F4"/>
                    </a:solidFill>
                  </a:tcPr>
                </a:tc>
                <a:tc gridSpan="3">
                  <a:txBody>
                    <a:bodyPr/>
                    <a:lstStyle/>
                    <a:p>
                      <a:pPr indent="0" lvl="0" marL="0" marR="0" rtl="0" algn="l">
                        <a:lnSpc>
                          <a:spcPct val="100000"/>
                        </a:lnSpc>
                        <a:spcBef>
                          <a:spcPts val="0"/>
                        </a:spcBef>
                        <a:spcAft>
                          <a:spcPts val="0"/>
                        </a:spcAft>
                        <a:buClr>
                          <a:schemeClr val="dk1"/>
                        </a:buClr>
                        <a:buSzPts val="1400"/>
                        <a:buFont typeface="Malgun Gothic"/>
                        <a:buNone/>
                      </a:pPr>
                      <a:r>
                        <a:rPr lang="ko-KR">
                          <a:solidFill>
                            <a:schemeClr val="dk1"/>
                          </a:solidFill>
                          <a:latin typeface="Malgun Gothic"/>
                          <a:ea typeface="Malgun Gothic"/>
                          <a:cs typeface="Malgun Gothic"/>
                          <a:sym typeface="Malgun Gothic"/>
                        </a:rPr>
                        <a:t>[12미매02-02] 아날로그와 디지털 매체를 타 분야와 연결하고 융합하며 매체의 가치를 공유할 수 있다. </a:t>
                      </a:r>
                      <a:endParaRPr sz="1400" u="none" cap="none" strike="noStrike">
                        <a:solidFill>
                          <a:schemeClr val="dk1"/>
                        </a:solidFill>
                        <a:latin typeface="Malgun Gothic"/>
                        <a:ea typeface="Malgun Gothic"/>
                        <a:cs typeface="Malgun Gothic"/>
                        <a:sym typeface="Malgun Gothic"/>
                      </a:endParaRPr>
                    </a:p>
                  </a:txBody>
                  <a:tcPr marT="60025" marB="60025" marR="90000" marL="90000" anchor="ctr">
                    <a:lnL cap="flat" cmpd="sng" w="14025">
                      <a:solidFill>
                        <a:srgbClr val="03A9F4"/>
                      </a:solidFill>
                      <a:prstDash val="solid"/>
                      <a:round/>
                      <a:headEnd len="sm" w="sm" type="none"/>
                      <a:tailEnd len="sm" w="sm" type="none"/>
                    </a:lnL>
                    <a:lnR cap="flat" cmpd="sng" w="14025">
                      <a:solidFill>
                        <a:srgbClr val="000000">
                          <a:alpha val="0"/>
                        </a:srgbClr>
                      </a:solidFill>
                      <a:prstDash val="solid"/>
                      <a:round/>
                      <a:headEnd len="sm" w="sm" type="none"/>
                      <a:tailEnd len="sm" w="sm" type="none"/>
                    </a:lnR>
                    <a:lnT cap="flat" cmpd="sng" w="14025">
                      <a:solidFill>
                        <a:srgbClr val="03A9F4"/>
                      </a:solidFill>
                      <a:prstDash val="solid"/>
                      <a:round/>
                      <a:headEnd len="sm" w="sm" type="none"/>
                      <a:tailEnd len="sm" w="sm" type="none"/>
                    </a:lnT>
                    <a:lnB cap="flat" cmpd="sng" w="14025">
                      <a:solidFill>
                        <a:srgbClr val="03A9F4"/>
                      </a:solidFill>
                      <a:prstDash val="solid"/>
                      <a:round/>
                      <a:headEnd len="sm" w="sm" type="none"/>
                      <a:tailEnd len="sm" w="sm" type="none"/>
                    </a:lnB>
                    <a:solidFill>
                      <a:schemeClr val="lt1"/>
                    </a:solidFill>
                  </a:tcPr>
                </a:tc>
                <a:tc hMerge="1"/>
                <a:tc hMerge="1"/>
              </a:tr>
              <a:tr h="660750">
                <a:tc>
                  <a:txBody>
                    <a:bodyPr/>
                    <a:lstStyle/>
                    <a:p>
                      <a:pPr indent="0" lvl="0" marL="0" marR="0" rtl="0" algn="ctr">
                        <a:lnSpc>
                          <a:spcPct val="100000"/>
                        </a:lnSpc>
                        <a:spcBef>
                          <a:spcPts val="0"/>
                        </a:spcBef>
                        <a:spcAft>
                          <a:spcPts val="0"/>
                        </a:spcAft>
                        <a:buClr>
                          <a:schemeClr val="lt1"/>
                        </a:buClr>
                        <a:buSzPts val="1400"/>
                        <a:buFont typeface="Malgun Gothic"/>
                        <a:buNone/>
                      </a:pPr>
                      <a:r>
                        <a:rPr b="1" lang="ko-KR" sz="1400" u="none" cap="none" strike="noStrike">
                          <a:solidFill>
                            <a:schemeClr val="lt1"/>
                          </a:solidFill>
                          <a:latin typeface="Malgun Gothic"/>
                          <a:ea typeface="Malgun Gothic"/>
                          <a:cs typeface="Malgun Gothic"/>
                          <a:sym typeface="Malgun Gothic"/>
                        </a:rPr>
                        <a:t>탐구 질문</a:t>
                      </a:r>
                      <a:endParaRPr b="1" sz="1400" u="none" cap="none" strike="noStrike">
                        <a:solidFill>
                          <a:schemeClr val="lt1"/>
                        </a:solidFill>
                        <a:latin typeface="Malgun Gothic"/>
                        <a:ea typeface="Malgun Gothic"/>
                        <a:cs typeface="Malgun Gothic"/>
                        <a:sym typeface="Malgun Gothic"/>
                      </a:endParaRPr>
                    </a:p>
                  </a:txBody>
                  <a:tcPr marT="60025" marB="60025" marR="0" marL="0" anchor="ctr">
                    <a:lnL cap="flat" cmpd="sng" w="14025">
                      <a:solidFill>
                        <a:srgbClr val="000000">
                          <a:alpha val="0"/>
                        </a:srgbClr>
                      </a:solidFill>
                      <a:prstDash val="solid"/>
                      <a:round/>
                      <a:headEnd len="sm" w="sm" type="none"/>
                      <a:tailEnd len="sm" w="sm" type="none"/>
                    </a:lnL>
                    <a:lnR cap="flat" cmpd="sng" w="14025">
                      <a:solidFill>
                        <a:srgbClr val="03A9F4"/>
                      </a:solidFill>
                      <a:prstDash val="solid"/>
                      <a:round/>
                      <a:headEnd len="sm" w="sm" type="none"/>
                      <a:tailEnd len="sm" w="sm" type="none"/>
                    </a:lnR>
                    <a:lnT cap="flat" cmpd="sng" w="14025">
                      <a:solidFill>
                        <a:schemeClr val="lt1"/>
                      </a:solidFill>
                      <a:prstDash val="solid"/>
                      <a:round/>
                      <a:headEnd len="sm" w="sm" type="none"/>
                      <a:tailEnd len="sm" w="sm" type="none"/>
                    </a:lnT>
                    <a:lnB cap="flat" cmpd="sng" w="14025">
                      <a:solidFill>
                        <a:schemeClr val="lt1"/>
                      </a:solidFill>
                      <a:prstDash val="solid"/>
                      <a:round/>
                      <a:headEnd len="sm" w="sm" type="none"/>
                      <a:tailEnd len="sm" w="sm" type="none"/>
                    </a:lnB>
                    <a:solidFill>
                      <a:srgbClr val="03A9F4"/>
                    </a:solidFill>
                  </a:tcPr>
                </a:tc>
                <a:tc gridSpan="3">
                  <a:txBody>
                    <a:bodyPr/>
                    <a:lstStyle/>
                    <a:p>
                      <a:pPr indent="0" lvl="0" marL="0" marR="0" rtl="0" algn="l">
                        <a:lnSpc>
                          <a:spcPct val="100000"/>
                        </a:lnSpc>
                        <a:spcBef>
                          <a:spcPts val="0"/>
                        </a:spcBef>
                        <a:spcAft>
                          <a:spcPts val="0"/>
                        </a:spcAft>
                        <a:buClr>
                          <a:schemeClr val="dk1"/>
                        </a:buClr>
                        <a:buSzPts val="1400"/>
                        <a:buFont typeface="Malgun Gothic"/>
                        <a:buNone/>
                      </a:pPr>
                      <a:r>
                        <a:rPr lang="ko-KR">
                          <a:solidFill>
                            <a:schemeClr val="dk1"/>
                          </a:solidFill>
                          <a:latin typeface="Malgun Gothic"/>
                          <a:ea typeface="Malgun Gothic"/>
                          <a:cs typeface="Malgun Gothic"/>
                          <a:sym typeface="Malgun Gothic"/>
                        </a:rPr>
                        <a:t>지역 사회의 물리적 변화(재개발)를 어떻게 심리적 안식처인 '둥지'라는 조형적 요소로 변환하고, 작품을 통해 타인과 공감할 수 있을까? </a:t>
                      </a:r>
                      <a:endParaRPr sz="1400" u="none" cap="none" strike="noStrike">
                        <a:solidFill>
                          <a:schemeClr val="dk1"/>
                        </a:solidFill>
                        <a:latin typeface="Malgun Gothic"/>
                        <a:ea typeface="Malgun Gothic"/>
                        <a:cs typeface="Malgun Gothic"/>
                        <a:sym typeface="Malgun Gothic"/>
                      </a:endParaRPr>
                    </a:p>
                  </a:txBody>
                  <a:tcPr marT="60025" marB="60025" marR="90000" marL="90000" anchor="ctr">
                    <a:lnL cap="flat" cmpd="sng" w="14025">
                      <a:solidFill>
                        <a:srgbClr val="03A9F4"/>
                      </a:solidFill>
                      <a:prstDash val="solid"/>
                      <a:round/>
                      <a:headEnd len="sm" w="sm" type="none"/>
                      <a:tailEnd len="sm" w="sm" type="none"/>
                    </a:lnL>
                    <a:lnR cap="flat" cmpd="sng" w="14025">
                      <a:solidFill>
                        <a:srgbClr val="03A9F4"/>
                      </a:solidFill>
                      <a:prstDash val="solid"/>
                      <a:round/>
                      <a:headEnd len="sm" w="sm" type="none"/>
                      <a:tailEnd len="sm" w="sm" type="none"/>
                    </a:lnR>
                    <a:lnT cap="flat" cmpd="sng" w="14025">
                      <a:solidFill>
                        <a:srgbClr val="03A9F4"/>
                      </a:solidFill>
                      <a:prstDash val="solid"/>
                      <a:round/>
                      <a:headEnd len="sm" w="sm" type="none"/>
                      <a:tailEnd len="sm" w="sm" type="none"/>
                    </a:lnT>
                    <a:lnB cap="flat" cmpd="sng" w="14025">
                      <a:solidFill>
                        <a:srgbClr val="03A9F4"/>
                      </a:solidFill>
                      <a:prstDash val="solid"/>
                      <a:round/>
                      <a:headEnd len="sm" w="sm" type="none"/>
                      <a:tailEnd len="sm" w="sm" type="none"/>
                    </a:lnB>
                    <a:solidFill>
                      <a:schemeClr val="lt1"/>
                    </a:solidFill>
                  </a:tcPr>
                </a:tc>
                <a:tc hMerge="1"/>
                <a:tc hMerge="1"/>
                <a:tc>
                  <a:txBody>
                    <a:bodyPr/>
                    <a:lstStyle/>
                    <a:p>
                      <a:pPr indent="0" lvl="0" marL="0" marR="0" rtl="0" algn="ctr">
                        <a:spcBef>
                          <a:spcPts val="0"/>
                        </a:spcBef>
                        <a:spcAft>
                          <a:spcPts val="0"/>
                        </a:spcAft>
                        <a:buNone/>
                      </a:pPr>
                      <a:r>
                        <a:rPr b="1" lang="ko-KR" sz="1400" u="none" cap="none" strike="noStrike">
                          <a:solidFill>
                            <a:schemeClr val="lt1"/>
                          </a:solidFill>
                          <a:latin typeface="Malgun Gothic"/>
                          <a:ea typeface="Malgun Gothic"/>
                          <a:cs typeface="Malgun Gothic"/>
                          <a:sym typeface="Malgun Gothic"/>
                        </a:rPr>
                        <a:t>AI</a:t>
                      </a:r>
                      <a:r>
                        <a:rPr b="1" lang="ko-KR" sz="1400" u="none" cap="none" strike="noStrike">
                          <a:solidFill>
                            <a:schemeClr val="lt1"/>
                          </a:solidFill>
                        </a:rPr>
                        <a:t>·</a:t>
                      </a:r>
                      <a:r>
                        <a:rPr b="1" lang="ko-KR" sz="1400" u="none" cap="none" strike="noStrike">
                          <a:solidFill>
                            <a:schemeClr val="lt1"/>
                          </a:solidFill>
                          <a:latin typeface="Malgun Gothic"/>
                          <a:ea typeface="Malgun Gothic"/>
                          <a:cs typeface="Malgun Gothic"/>
                          <a:sym typeface="Malgun Gothic"/>
                        </a:rPr>
                        <a:t>디지털 도구</a:t>
                      </a:r>
                      <a:endParaRPr sz="1900"/>
                    </a:p>
                  </a:txBody>
                  <a:tcPr marT="60025" marB="60025" marR="0" marL="0" anchor="ctr">
                    <a:lnL cap="flat" cmpd="sng" w="14025">
                      <a:solidFill>
                        <a:srgbClr val="03A9F4"/>
                      </a:solidFill>
                      <a:prstDash val="solid"/>
                      <a:round/>
                      <a:headEnd len="sm" w="sm" type="none"/>
                      <a:tailEnd len="sm" w="sm" type="none"/>
                    </a:lnL>
                    <a:lnR cap="flat" cmpd="sng" w="14025">
                      <a:solidFill>
                        <a:srgbClr val="03A9F4"/>
                      </a:solidFill>
                      <a:prstDash val="solid"/>
                      <a:round/>
                      <a:headEnd len="sm" w="sm" type="none"/>
                      <a:tailEnd len="sm" w="sm" type="none"/>
                    </a:lnR>
                    <a:lnT cap="flat" cmpd="sng" w="14025">
                      <a:solidFill>
                        <a:schemeClr val="lt1"/>
                      </a:solidFill>
                      <a:prstDash val="solid"/>
                      <a:round/>
                      <a:headEnd len="sm" w="sm" type="none"/>
                      <a:tailEnd len="sm" w="sm" type="none"/>
                    </a:lnT>
                    <a:lnB cap="flat" cmpd="sng" w="14025">
                      <a:solidFill>
                        <a:schemeClr val="lt1"/>
                      </a:solidFill>
                      <a:prstDash val="solid"/>
                      <a:round/>
                      <a:headEnd len="sm" w="sm" type="none"/>
                      <a:tailEnd len="sm" w="sm" type="none"/>
                    </a:lnB>
                    <a:solidFill>
                      <a:srgbClr val="03A9F4"/>
                    </a:solidFill>
                  </a:tcPr>
                </a:tc>
                <a:tc gridSpan="3">
                  <a:txBody>
                    <a:bodyPr/>
                    <a:lstStyle/>
                    <a:p>
                      <a:pPr indent="0" lvl="0" marL="0" rtl="0" algn="l">
                        <a:lnSpc>
                          <a:spcPct val="115000"/>
                        </a:lnSpc>
                        <a:spcBef>
                          <a:spcPts val="1200"/>
                        </a:spcBef>
                        <a:spcAft>
                          <a:spcPts val="1200"/>
                        </a:spcAft>
                        <a:buClr>
                          <a:schemeClr val="dk1"/>
                        </a:buClr>
                        <a:buSzPts val="1100"/>
                        <a:buFont typeface="Arial"/>
                        <a:buNone/>
                      </a:pPr>
                      <a:r>
                        <a:rPr lang="ko-KR">
                          <a:solidFill>
                            <a:schemeClr val="dk1"/>
                          </a:solidFill>
                          <a:latin typeface="Malgun Gothic"/>
                          <a:ea typeface="Malgun Gothic"/>
                          <a:cs typeface="Malgun Gothic"/>
                          <a:sym typeface="Malgun Gothic"/>
                        </a:rPr>
                        <a:t>Notebook LM, ChatGPT, 패들렛(Padlet) (e-포트폴리오 기록 및 가상 전시)</a:t>
                      </a:r>
                      <a:endParaRPr>
                        <a:solidFill>
                          <a:schemeClr val="dk1"/>
                        </a:solidFill>
                        <a:latin typeface="Malgun Gothic"/>
                        <a:ea typeface="Malgun Gothic"/>
                        <a:cs typeface="Malgun Gothic"/>
                        <a:sym typeface="Malgun Gothic"/>
                      </a:endParaRPr>
                    </a:p>
                  </a:txBody>
                  <a:tcPr marT="60025" marB="60025" marR="90000" marL="90000" anchor="ctr">
                    <a:lnL cap="flat" cmpd="sng" w="14025">
                      <a:solidFill>
                        <a:srgbClr val="03A9F4"/>
                      </a:solidFill>
                      <a:prstDash val="solid"/>
                      <a:round/>
                      <a:headEnd len="sm" w="sm" type="none"/>
                      <a:tailEnd len="sm" w="sm" type="none"/>
                    </a:lnL>
                    <a:lnR cap="flat" cmpd="sng" w="14025">
                      <a:solidFill>
                        <a:srgbClr val="000000">
                          <a:alpha val="0"/>
                        </a:srgbClr>
                      </a:solidFill>
                      <a:prstDash val="solid"/>
                      <a:round/>
                      <a:headEnd len="sm" w="sm" type="none"/>
                      <a:tailEnd len="sm" w="sm" type="none"/>
                    </a:lnR>
                    <a:lnT cap="flat" cmpd="sng" w="14025">
                      <a:solidFill>
                        <a:srgbClr val="03A9F4"/>
                      </a:solidFill>
                      <a:prstDash val="solid"/>
                      <a:round/>
                      <a:headEnd len="sm" w="sm" type="none"/>
                      <a:tailEnd len="sm" w="sm" type="none"/>
                    </a:lnT>
                    <a:lnB cap="flat" cmpd="sng" w="14025">
                      <a:solidFill>
                        <a:srgbClr val="03A9F4"/>
                      </a:solidFill>
                      <a:prstDash val="solid"/>
                      <a:round/>
                      <a:headEnd len="sm" w="sm" type="none"/>
                      <a:tailEnd len="sm" w="sm" type="none"/>
                    </a:lnB>
                    <a:solidFill>
                      <a:schemeClr val="lt1"/>
                    </a:solidFill>
                  </a:tcPr>
                </a:tc>
                <a:tc hMerge="1"/>
                <a:tc hMerge="1"/>
              </a:tr>
              <a:tr h="1127050">
                <a:tc>
                  <a:txBody>
                    <a:bodyPr/>
                    <a:lstStyle/>
                    <a:p>
                      <a:pPr indent="0" lvl="0" marL="0" marR="0" rtl="0" algn="ctr">
                        <a:lnSpc>
                          <a:spcPct val="100000"/>
                        </a:lnSpc>
                        <a:spcBef>
                          <a:spcPts val="0"/>
                        </a:spcBef>
                        <a:spcAft>
                          <a:spcPts val="0"/>
                        </a:spcAft>
                        <a:buClr>
                          <a:schemeClr val="lt1"/>
                        </a:buClr>
                        <a:buSzPts val="1400"/>
                        <a:buFont typeface="Malgun Gothic"/>
                        <a:buNone/>
                      </a:pPr>
                      <a:r>
                        <a:rPr b="1" lang="ko-KR" sz="1400" u="none" cap="none" strike="noStrike">
                          <a:solidFill>
                            <a:schemeClr val="lt1"/>
                          </a:solidFill>
                          <a:latin typeface="Malgun Gothic"/>
                          <a:ea typeface="Malgun Gothic"/>
                          <a:cs typeface="Malgun Gothic"/>
                          <a:sym typeface="Malgun Gothic"/>
                        </a:rPr>
                        <a:t>단원 재구성</a:t>
                      </a:r>
                      <a:endParaRPr b="1" sz="1400" u="none" cap="none" strike="noStrike">
                        <a:solidFill>
                          <a:schemeClr val="lt1"/>
                        </a:solidFill>
                        <a:latin typeface="Malgun Gothic"/>
                        <a:ea typeface="Malgun Gothic"/>
                        <a:cs typeface="Malgun Gothic"/>
                        <a:sym typeface="Malgun Gothic"/>
                      </a:endParaRPr>
                    </a:p>
                    <a:p>
                      <a:pPr indent="0" lvl="0" marL="0" marR="0" rtl="0" algn="ctr">
                        <a:lnSpc>
                          <a:spcPct val="100000"/>
                        </a:lnSpc>
                        <a:spcBef>
                          <a:spcPts val="0"/>
                        </a:spcBef>
                        <a:spcAft>
                          <a:spcPts val="0"/>
                        </a:spcAft>
                        <a:buClr>
                          <a:schemeClr val="lt1"/>
                        </a:buClr>
                        <a:buSzPts val="1400"/>
                        <a:buFont typeface="Malgun Gothic"/>
                        <a:buNone/>
                      </a:pPr>
                      <a:r>
                        <a:rPr b="1" lang="ko-KR" sz="1400" u="none" cap="none" strike="noStrike">
                          <a:solidFill>
                            <a:schemeClr val="lt1"/>
                          </a:solidFill>
                          <a:latin typeface="Malgun Gothic"/>
                          <a:ea typeface="Malgun Gothic"/>
                          <a:cs typeface="Malgun Gothic"/>
                          <a:sym typeface="Malgun Gothic"/>
                        </a:rPr>
                        <a:t>의도</a:t>
                      </a:r>
                      <a:endParaRPr b="1" sz="1400" u="none" cap="none" strike="noStrike">
                        <a:solidFill>
                          <a:schemeClr val="lt1"/>
                        </a:solidFill>
                        <a:latin typeface="Malgun Gothic"/>
                        <a:ea typeface="Malgun Gothic"/>
                        <a:cs typeface="Malgun Gothic"/>
                        <a:sym typeface="Malgun Gothic"/>
                      </a:endParaRPr>
                    </a:p>
                  </a:txBody>
                  <a:tcPr marT="60025" marB="60025" marR="0" marL="0" anchor="ctr">
                    <a:lnL cap="flat" cmpd="sng" w="14025">
                      <a:solidFill>
                        <a:srgbClr val="000000">
                          <a:alpha val="0"/>
                        </a:srgbClr>
                      </a:solidFill>
                      <a:prstDash val="solid"/>
                      <a:round/>
                      <a:headEnd len="sm" w="sm" type="none"/>
                      <a:tailEnd len="sm" w="sm" type="none"/>
                    </a:lnL>
                    <a:lnR cap="flat" cmpd="sng" w="14025">
                      <a:solidFill>
                        <a:srgbClr val="03A9F4"/>
                      </a:solidFill>
                      <a:prstDash val="solid"/>
                      <a:round/>
                      <a:headEnd len="sm" w="sm" type="none"/>
                      <a:tailEnd len="sm" w="sm" type="none"/>
                    </a:lnR>
                    <a:lnT cap="flat" cmpd="sng" w="14025">
                      <a:solidFill>
                        <a:schemeClr val="lt1"/>
                      </a:solidFill>
                      <a:prstDash val="solid"/>
                      <a:round/>
                      <a:headEnd len="sm" w="sm" type="none"/>
                      <a:tailEnd len="sm" w="sm" type="none"/>
                    </a:lnT>
                    <a:lnB cap="flat" cmpd="sng" w="28050">
                      <a:solidFill>
                        <a:srgbClr val="03A9F4"/>
                      </a:solidFill>
                      <a:prstDash val="solid"/>
                      <a:round/>
                      <a:headEnd len="sm" w="sm" type="none"/>
                      <a:tailEnd len="sm" w="sm" type="none"/>
                    </a:lnB>
                    <a:solidFill>
                      <a:srgbClr val="03A9F4"/>
                    </a:solidFill>
                  </a:tcPr>
                </a:tc>
                <a:tc gridSpan="3">
                  <a:txBody>
                    <a:bodyPr/>
                    <a:lstStyle/>
                    <a:p>
                      <a:pPr indent="0" lvl="0" marL="0" marR="0" rtl="0" algn="l">
                        <a:spcBef>
                          <a:spcPts val="0"/>
                        </a:spcBef>
                        <a:spcAft>
                          <a:spcPts val="0"/>
                        </a:spcAft>
                        <a:buNone/>
                      </a:pPr>
                      <a:r>
                        <a:rPr lang="ko-KR" sz="1300">
                          <a:solidFill>
                            <a:schemeClr val="dk1"/>
                          </a:solidFill>
                          <a:latin typeface="Malgun Gothic"/>
                          <a:ea typeface="Malgun Gothic"/>
                          <a:cs typeface="Malgun Gothic"/>
                          <a:sym typeface="Malgun Gothic"/>
                        </a:rPr>
                        <a:t>아날로그 매체(모빌 파츠)와 디지털 매체(데이터 분석 AI)를 융합하여 지역 사회의 쟁점(재개발)을 주제로 창의적인 작품을 기획한다. 공공데이터 시각화 원리를 적용하여 모빌을 제작하고, 서클 기반 토의를 통해 학생들의 사회정서적(SEL) 역량과 미적 공감 능력을 기르며 진로 맞춤형 포트폴리오를 구축하도록 단원을 재구성하였다. </a:t>
                      </a:r>
                      <a:endParaRPr sz="1300" u="none" cap="none" strike="noStrike">
                        <a:solidFill>
                          <a:schemeClr val="dk1"/>
                        </a:solidFill>
                        <a:latin typeface="Malgun Gothic"/>
                        <a:ea typeface="Malgun Gothic"/>
                        <a:cs typeface="Malgun Gothic"/>
                        <a:sym typeface="Malgun Gothic"/>
                      </a:endParaRPr>
                    </a:p>
                  </a:txBody>
                  <a:tcPr marT="60025" marB="60025" marR="90000" marL="90000" anchor="ctr">
                    <a:lnL cap="flat" cmpd="sng" w="14025">
                      <a:solidFill>
                        <a:srgbClr val="03A9F4"/>
                      </a:solidFill>
                      <a:prstDash val="solid"/>
                      <a:round/>
                      <a:headEnd len="sm" w="sm" type="none"/>
                      <a:tailEnd len="sm" w="sm" type="none"/>
                    </a:lnL>
                    <a:lnR cap="flat" cmpd="sng" w="14025">
                      <a:solidFill>
                        <a:srgbClr val="000000">
                          <a:alpha val="0"/>
                        </a:srgbClr>
                      </a:solidFill>
                      <a:prstDash val="solid"/>
                      <a:round/>
                      <a:headEnd len="sm" w="sm" type="none"/>
                      <a:tailEnd len="sm" w="sm" type="none"/>
                    </a:lnR>
                    <a:lnT cap="flat" cmpd="sng" w="14025">
                      <a:solidFill>
                        <a:srgbClr val="03A9F4"/>
                      </a:solidFill>
                      <a:prstDash val="solid"/>
                      <a:round/>
                      <a:headEnd len="sm" w="sm" type="none"/>
                      <a:tailEnd len="sm" w="sm" type="none"/>
                    </a:lnT>
                    <a:lnB cap="flat" cmpd="sng" w="28050">
                      <a:solidFill>
                        <a:srgbClr val="03A9F4"/>
                      </a:solidFill>
                      <a:prstDash val="solid"/>
                      <a:round/>
                      <a:headEnd len="sm" w="sm" type="none"/>
                      <a:tailEnd len="sm" w="sm" type="none"/>
                    </a:lnB>
                    <a:solidFill>
                      <a:schemeClr val="lt1"/>
                    </a:solidFill>
                  </a:tcPr>
                </a:tc>
                <a:tc hMerge="1"/>
                <a:tc hMerge="1"/>
                <a:tc>
                  <a:txBody>
                    <a:bodyPr/>
                    <a:lstStyle/>
                    <a:p>
                      <a:pPr indent="0" lvl="0" marL="0" marR="0" rtl="0" algn="ctr">
                        <a:spcBef>
                          <a:spcPts val="0"/>
                        </a:spcBef>
                        <a:spcAft>
                          <a:spcPts val="0"/>
                        </a:spcAft>
                        <a:buNone/>
                      </a:pPr>
                      <a:r>
                        <a:rPr b="1" lang="ko-KR" sz="1500" u="none" cap="none" strike="noStrike">
                          <a:solidFill>
                            <a:schemeClr val="lt1"/>
                          </a:solidFill>
                          <a:latin typeface="Malgun Gothic"/>
                          <a:ea typeface="Malgun Gothic"/>
                          <a:cs typeface="Malgun Gothic"/>
                          <a:sym typeface="Malgun Gothic"/>
                        </a:rPr>
                        <a:t>학생 및 과제 분석</a:t>
                      </a:r>
                      <a:endParaRPr sz="2000"/>
                    </a:p>
                  </a:txBody>
                  <a:tcPr marT="60025" marB="60025" marR="90000" marL="90000" anchor="ctr">
                    <a:lnL cap="flat" cmpd="sng" w="14025">
                      <a:solidFill>
                        <a:srgbClr val="000000">
                          <a:alpha val="0"/>
                        </a:srgbClr>
                      </a:solidFill>
                      <a:prstDash val="solid"/>
                      <a:round/>
                      <a:headEnd len="sm" w="sm" type="none"/>
                      <a:tailEnd len="sm" w="sm" type="none"/>
                    </a:lnL>
                    <a:lnR cap="flat" cmpd="sng" w="14025">
                      <a:solidFill>
                        <a:srgbClr val="000000">
                          <a:alpha val="0"/>
                        </a:srgbClr>
                      </a:solidFill>
                      <a:prstDash val="solid"/>
                      <a:round/>
                      <a:headEnd len="sm" w="sm" type="none"/>
                      <a:tailEnd len="sm" w="sm" type="none"/>
                    </a:lnR>
                    <a:lnT cap="flat" cmpd="sng" w="14025">
                      <a:solidFill>
                        <a:schemeClr val="lt1"/>
                      </a:solidFill>
                      <a:prstDash val="solid"/>
                      <a:round/>
                      <a:headEnd len="sm" w="sm" type="none"/>
                      <a:tailEnd len="sm" w="sm" type="none"/>
                    </a:lnT>
                    <a:lnB cap="flat" cmpd="sng" w="28050">
                      <a:solidFill>
                        <a:srgbClr val="03A9F4"/>
                      </a:solidFill>
                      <a:prstDash val="solid"/>
                      <a:round/>
                      <a:headEnd len="sm" w="sm" type="none"/>
                      <a:tailEnd len="sm" w="sm" type="none"/>
                    </a:lnB>
                    <a:solidFill>
                      <a:srgbClr val="03A9F4"/>
                    </a:solidFill>
                  </a:tcPr>
                </a:tc>
                <a:tc gridSpan="3">
                  <a:txBody>
                    <a:bodyPr/>
                    <a:lstStyle/>
                    <a:p>
                      <a:pPr indent="0" lvl="0" marL="0" rtl="0" algn="l">
                        <a:lnSpc>
                          <a:spcPct val="115000"/>
                        </a:lnSpc>
                        <a:spcBef>
                          <a:spcPts val="1200"/>
                        </a:spcBef>
                        <a:spcAft>
                          <a:spcPts val="0"/>
                        </a:spcAft>
                        <a:buSzPts val="1100"/>
                        <a:buNone/>
                      </a:pPr>
                      <a:r>
                        <a:rPr b="1" lang="ko-KR" sz="1200">
                          <a:solidFill>
                            <a:schemeClr val="dk1"/>
                          </a:solidFill>
                        </a:rPr>
                        <a:t>- 학생 분석:</a:t>
                      </a:r>
                      <a:r>
                        <a:rPr lang="ko-KR" sz="1200">
                          <a:solidFill>
                            <a:schemeClr val="dk1"/>
                          </a:solidFill>
                        </a:rPr>
                        <a:t> 1인 1디바이스 활용 가능. 인문·사회 현상에 관심이 많으나 이를 시각적 데이터로 치환하는 조형적 경험은 부족함.</a:t>
                      </a:r>
                      <a:endParaRPr sz="1200">
                        <a:solidFill>
                          <a:schemeClr val="dk1"/>
                        </a:solidFill>
                      </a:endParaRPr>
                    </a:p>
                    <a:p>
                      <a:pPr indent="0" lvl="0" marL="0" rtl="0" algn="l">
                        <a:lnSpc>
                          <a:spcPct val="115000"/>
                        </a:lnSpc>
                        <a:spcBef>
                          <a:spcPts val="1200"/>
                        </a:spcBef>
                        <a:spcAft>
                          <a:spcPts val="1200"/>
                        </a:spcAft>
                        <a:buSzPts val="1100"/>
                        <a:buNone/>
                      </a:pPr>
                      <a:r>
                        <a:rPr b="1" lang="ko-KR" sz="1200">
                          <a:solidFill>
                            <a:schemeClr val="dk1"/>
                          </a:solidFill>
                        </a:rPr>
                        <a:t>- 과제 분석:</a:t>
                      </a:r>
                      <a:r>
                        <a:rPr lang="ko-KR" sz="1200">
                          <a:solidFill>
                            <a:schemeClr val="dk1"/>
                          </a:solidFill>
                        </a:rPr>
                        <a:t> 방대한 공공텍스트/수치 데이터를 시각 요소(크기, 색상, 무게)로 변환하는 프롬프트 엔지니어링 및 매핑 과정에 대한 교사의 스캐폴딩</a:t>
                      </a:r>
                      <a:r>
                        <a:rPr lang="ko-KR" sz="1200">
                          <a:solidFill>
                            <a:schemeClr val="dk1"/>
                          </a:solidFill>
                        </a:rPr>
                        <a:t>이 필요함.</a:t>
                      </a:r>
                      <a:endParaRPr b="1" sz="1500">
                        <a:solidFill>
                          <a:schemeClr val="dk1"/>
                        </a:solidFill>
                        <a:latin typeface="Malgun Gothic"/>
                        <a:ea typeface="Malgun Gothic"/>
                        <a:cs typeface="Malgun Gothic"/>
                        <a:sym typeface="Malgun Gothic"/>
                      </a:endParaRPr>
                    </a:p>
                  </a:txBody>
                  <a:tcPr marT="60025" marB="60025" marR="90000" marL="90000" anchor="ctr">
                    <a:lnL cap="flat" cmpd="sng" w="14025">
                      <a:solidFill>
                        <a:srgbClr val="000000">
                          <a:alpha val="0"/>
                        </a:srgbClr>
                      </a:solidFill>
                      <a:prstDash val="solid"/>
                      <a:round/>
                      <a:headEnd len="sm" w="sm" type="none"/>
                      <a:tailEnd len="sm" w="sm" type="none"/>
                    </a:lnL>
                    <a:lnR cap="flat" cmpd="sng" w="14025">
                      <a:solidFill>
                        <a:srgbClr val="000000">
                          <a:alpha val="0"/>
                        </a:srgbClr>
                      </a:solidFill>
                      <a:prstDash val="solid"/>
                      <a:round/>
                      <a:headEnd len="sm" w="sm" type="none"/>
                      <a:tailEnd len="sm" w="sm" type="none"/>
                    </a:lnR>
                    <a:lnT cap="flat" cmpd="sng" w="14025">
                      <a:solidFill>
                        <a:srgbClr val="03A9F4"/>
                      </a:solidFill>
                      <a:prstDash val="solid"/>
                      <a:round/>
                      <a:headEnd len="sm" w="sm" type="none"/>
                      <a:tailEnd len="sm" w="sm" type="none"/>
                    </a:lnT>
                    <a:lnB cap="flat" cmpd="sng" w="28050">
                      <a:solidFill>
                        <a:srgbClr val="03A9F4"/>
                      </a:solidFill>
                      <a:prstDash val="solid"/>
                      <a:round/>
                      <a:headEnd len="sm" w="sm" type="none"/>
                      <a:tailEnd len="sm" w="sm" type="none"/>
                    </a:lnB>
                    <a:solidFill>
                      <a:schemeClr val="lt1"/>
                    </a:solidFill>
                  </a:tcPr>
                </a:tc>
                <a:tc hMerge="1"/>
                <a:tc hMerge="1"/>
              </a:tr>
            </a:tbl>
          </a:graphicData>
        </a:graphic>
      </p:graphicFrame>
      <p:graphicFrame>
        <p:nvGraphicFramePr>
          <p:cNvPr id="93" name="Google Shape;93;g3f3b1709a98_10_139"/>
          <p:cNvGraphicFramePr/>
          <p:nvPr/>
        </p:nvGraphicFramePr>
        <p:xfrm>
          <a:off x="254085" y="5513612"/>
          <a:ext cx="3000000" cy="3000000"/>
        </p:xfrm>
        <a:graphic>
          <a:graphicData uri="http://schemas.openxmlformats.org/drawingml/2006/table">
            <a:tbl>
              <a:tblPr bandRow="1" firstRow="1">
                <a:noFill/>
                <a:tableStyleId>{A1C738CF-829A-411B-A837-AF506D24D68F}</a:tableStyleId>
              </a:tblPr>
              <a:tblGrid>
                <a:gridCol w="1399975"/>
                <a:gridCol w="2061475"/>
                <a:gridCol w="2061475"/>
                <a:gridCol w="2061475"/>
                <a:gridCol w="1232675"/>
              </a:tblGrid>
              <a:tr h="287525">
                <a:tc rowSpan="2">
                  <a:txBody>
                    <a:bodyPr/>
                    <a:lstStyle/>
                    <a:p>
                      <a:pPr indent="0" lvl="0" marL="0" marR="0" rtl="0" algn="ctr">
                        <a:spcBef>
                          <a:spcPts val="0"/>
                        </a:spcBef>
                        <a:spcAft>
                          <a:spcPts val="0"/>
                        </a:spcAft>
                        <a:buNone/>
                      </a:pPr>
                      <a:r>
                        <a:rPr b="1" lang="ko-KR" sz="1400" u="none" cap="none" strike="noStrike">
                          <a:solidFill>
                            <a:schemeClr val="lt1"/>
                          </a:solidFill>
                          <a:latin typeface="Malgun Gothic"/>
                          <a:ea typeface="Malgun Gothic"/>
                          <a:cs typeface="Malgun Gothic"/>
                          <a:sym typeface="Malgun Gothic"/>
                        </a:rPr>
                        <a:t>평가요소</a:t>
                      </a:r>
                      <a:endParaRPr sz="1900"/>
                    </a:p>
                  </a:txBody>
                  <a:tcPr marT="60025" marB="60025" marR="91475" marL="91475" anchor="ctr">
                    <a:lnL cap="flat" cmpd="sng" w="14025">
                      <a:solidFill>
                        <a:srgbClr val="000000">
                          <a:alpha val="0"/>
                        </a:srgbClr>
                      </a:solidFill>
                      <a:prstDash val="solid"/>
                      <a:round/>
                      <a:headEnd len="sm" w="sm" type="none"/>
                      <a:tailEnd len="sm" w="sm" type="none"/>
                    </a:lnL>
                    <a:lnR cap="flat" cmpd="sng" w="14025">
                      <a:solidFill>
                        <a:schemeClr val="lt1"/>
                      </a:solidFill>
                      <a:prstDash val="solid"/>
                      <a:round/>
                      <a:headEnd len="sm" w="sm" type="none"/>
                      <a:tailEnd len="sm" w="sm" type="none"/>
                    </a:lnR>
                    <a:lnT cap="flat" cmpd="sng" w="28050">
                      <a:solidFill>
                        <a:srgbClr val="03A9F4"/>
                      </a:solidFill>
                      <a:prstDash val="solid"/>
                      <a:round/>
                      <a:headEnd len="sm" w="sm" type="none"/>
                      <a:tailEnd len="sm" w="sm" type="none"/>
                    </a:lnT>
                    <a:lnB cap="flat" cmpd="sng" w="14025">
                      <a:solidFill>
                        <a:schemeClr val="lt1"/>
                      </a:solidFill>
                      <a:prstDash val="solid"/>
                      <a:round/>
                      <a:headEnd len="sm" w="sm" type="none"/>
                      <a:tailEnd len="sm" w="sm" type="none"/>
                    </a:lnB>
                    <a:solidFill>
                      <a:srgbClr val="03A9F4"/>
                    </a:solidFill>
                  </a:tcPr>
                </a:tc>
                <a:tc gridSpan="3">
                  <a:txBody>
                    <a:bodyPr/>
                    <a:lstStyle/>
                    <a:p>
                      <a:pPr indent="0" lvl="0" marL="0" marR="0" rtl="0" algn="ctr">
                        <a:spcBef>
                          <a:spcPts val="0"/>
                        </a:spcBef>
                        <a:spcAft>
                          <a:spcPts val="0"/>
                        </a:spcAft>
                        <a:buNone/>
                      </a:pPr>
                      <a:r>
                        <a:rPr b="1" lang="ko-KR" sz="1400" u="none" cap="none" strike="noStrike">
                          <a:solidFill>
                            <a:schemeClr val="lt1"/>
                          </a:solidFill>
                          <a:latin typeface="Malgun Gothic"/>
                          <a:ea typeface="Malgun Gothic"/>
                          <a:cs typeface="Malgun Gothic"/>
                          <a:sym typeface="Malgun Gothic"/>
                        </a:rPr>
                        <a:t>피드백</a:t>
                      </a:r>
                      <a:endParaRPr sz="1900"/>
                    </a:p>
                  </a:txBody>
                  <a:tcPr marT="60025" marB="60025" marR="91475" marL="91475" anchor="ctr">
                    <a:lnL cap="flat" cmpd="sng" w="14025">
                      <a:solidFill>
                        <a:schemeClr val="lt1"/>
                      </a:solidFill>
                      <a:prstDash val="solid"/>
                      <a:round/>
                      <a:headEnd len="sm" w="sm" type="none"/>
                      <a:tailEnd len="sm" w="sm" type="none"/>
                    </a:lnL>
                    <a:lnR cap="flat" cmpd="sng" w="14025">
                      <a:solidFill>
                        <a:schemeClr val="lt1"/>
                      </a:solidFill>
                      <a:prstDash val="solid"/>
                      <a:round/>
                      <a:headEnd len="sm" w="sm" type="none"/>
                      <a:tailEnd len="sm" w="sm" type="none"/>
                    </a:lnR>
                    <a:lnT cap="flat" cmpd="sng" w="28050">
                      <a:solidFill>
                        <a:srgbClr val="03A9F4"/>
                      </a:solidFill>
                      <a:prstDash val="solid"/>
                      <a:round/>
                      <a:headEnd len="sm" w="sm" type="none"/>
                      <a:tailEnd len="sm" w="sm" type="none"/>
                    </a:lnT>
                    <a:lnB cap="flat" cmpd="sng" w="14025">
                      <a:solidFill>
                        <a:schemeClr val="lt1"/>
                      </a:solidFill>
                      <a:prstDash val="solid"/>
                      <a:round/>
                      <a:headEnd len="sm" w="sm" type="none"/>
                      <a:tailEnd len="sm" w="sm" type="none"/>
                    </a:lnB>
                    <a:solidFill>
                      <a:srgbClr val="03A9F4"/>
                    </a:solidFill>
                  </a:tcPr>
                </a:tc>
                <a:tc hMerge="1"/>
                <a:tc hMerge="1"/>
                <a:tc rowSpan="2">
                  <a:txBody>
                    <a:bodyPr/>
                    <a:lstStyle/>
                    <a:p>
                      <a:pPr indent="0" lvl="0" marL="0" marR="0" rtl="0" algn="ctr">
                        <a:spcBef>
                          <a:spcPts val="0"/>
                        </a:spcBef>
                        <a:spcAft>
                          <a:spcPts val="0"/>
                        </a:spcAft>
                        <a:buNone/>
                      </a:pPr>
                      <a:r>
                        <a:rPr b="1" lang="ko-KR" sz="1400" u="none" cap="none" strike="noStrike">
                          <a:solidFill>
                            <a:schemeClr val="lt1"/>
                          </a:solidFill>
                          <a:latin typeface="Malgun Gothic"/>
                          <a:ea typeface="Malgun Gothic"/>
                          <a:cs typeface="Malgun Gothic"/>
                          <a:sym typeface="Malgun Gothic"/>
                        </a:rPr>
                        <a:t>평가도구</a:t>
                      </a:r>
                      <a:endParaRPr b="1" sz="1400" u="none" cap="none" strike="noStrike">
                        <a:solidFill>
                          <a:schemeClr val="lt1"/>
                        </a:solidFill>
                        <a:latin typeface="Malgun Gothic"/>
                        <a:ea typeface="Malgun Gothic"/>
                        <a:cs typeface="Malgun Gothic"/>
                        <a:sym typeface="Malgun Gothic"/>
                      </a:endParaRPr>
                    </a:p>
                    <a:p>
                      <a:pPr indent="0" lvl="0" marL="0" marR="0" rtl="0" algn="ctr">
                        <a:spcBef>
                          <a:spcPts val="0"/>
                        </a:spcBef>
                        <a:spcAft>
                          <a:spcPts val="0"/>
                        </a:spcAft>
                        <a:buNone/>
                      </a:pPr>
                      <a:r>
                        <a:rPr b="1" lang="ko-KR" sz="1400" u="none" cap="none" strike="noStrike">
                          <a:solidFill>
                            <a:schemeClr val="lt1"/>
                          </a:solidFill>
                          <a:latin typeface="Malgun Gothic"/>
                          <a:ea typeface="Malgun Gothic"/>
                          <a:cs typeface="Malgun Gothic"/>
                          <a:sym typeface="Malgun Gothic"/>
                        </a:rPr>
                        <a:t>(방법)</a:t>
                      </a:r>
                      <a:endParaRPr b="1" sz="1400" u="none" cap="none" strike="noStrike">
                        <a:solidFill>
                          <a:schemeClr val="lt1"/>
                        </a:solidFill>
                        <a:latin typeface="Malgun Gothic"/>
                        <a:ea typeface="Malgun Gothic"/>
                        <a:cs typeface="Malgun Gothic"/>
                        <a:sym typeface="Malgun Gothic"/>
                      </a:endParaRPr>
                    </a:p>
                  </a:txBody>
                  <a:tcPr marT="60025" marB="60025" marR="91475" marL="91475" anchor="ctr">
                    <a:lnL cap="flat" cmpd="sng" w="14025">
                      <a:solidFill>
                        <a:schemeClr val="lt1"/>
                      </a:solidFill>
                      <a:prstDash val="solid"/>
                      <a:round/>
                      <a:headEnd len="sm" w="sm" type="none"/>
                      <a:tailEnd len="sm" w="sm" type="none"/>
                    </a:lnL>
                    <a:lnR cap="flat" cmpd="sng" w="14025">
                      <a:solidFill>
                        <a:srgbClr val="000000">
                          <a:alpha val="0"/>
                        </a:srgbClr>
                      </a:solidFill>
                      <a:prstDash val="solid"/>
                      <a:round/>
                      <a:headEnd len="sm" w="sm" type="none"/>
                      <a:tailEnd len="sm" w="sm" type="none"/>
                    </a:lnR>
                    <a:lnT cap="flat" cmpd="sng" w="28050">
                      <a:solidFill>
                        <a:srgbClr val="03A9F4"/>
                      </a:solidFill>
                      <a:prstDash val="solid"/>
                      <a:round/>
                      <a:headEnd len="sm" w="sm" type="none"/>
                      <a:tailEnd len="sm" w="sm" type="none"/>
                    </a:lnT>
                    <a:lnB cap="flat" cmpd="sng" w="14025">
                      <a:solidFill>
                        <a:schemeClr val="lt1"/>
                      </a:solidFill>
                      <a:prstDash val="solid"/>
                      <a:round/>
                      <a:headEnd len="sm" w="sm" type="none"/>
                      <a:tailEnd len="sm" w="sm" type="none"/>
                    </a:lnB>
                    <a:solidFill>
                      <a:srgbClr val="03A9F4"/>
                    </a:solidFill>
                  </a:tcPr>
                </a:tc>
              </a:tr>
              <a:tr h="287525">
                <a:tc vMerge="1"/>
                <a:tc>
                  <a:txBody>
                    <a:bodyPr/>
                    <a:lstStyle/>
                    <a:p>
                      <a:pPr indent="0" lvl="0" marL="0" marR="0" rtl="0" algn="ctr">
                        <a:spcBef>
                          <a:spcPts val="0"/>
                        </a:spcBef>
                        <a:spcAft>
                          <a:spcPts val="0"/>
                        </a:spcAft>
                        <a:buNone/>
                      </a:pPr>
                      <a:r>
                        <a:rPr b="1" lang="ko-KR" sz="1400" u="none" cap="none" strike="noStrike">
                          <a:solidFill>
                            <a:schemeClr val="lt1"/>
                          </a:solidFill>
                          <a:latin typeface="Malgun Gothic"/>
                          <a:ea typeface="Malgun Gothic"/>
                          <a:cs typeface="Malgun Gothic"/>
                          <a:sym typeface="Malgun Gothic"/>
                        </a:rPr>
                        <a:t>심화</a:t>
                      </a:r>
                      <a:endParaRPr sz="1900"/>
                    </a:p>
                  </a:txBody>
                  <a:tcPr marT="60025" marB="60025" marR="91475" marL="91475" anchor="ctr">
                    <a:lnL cap="flat" cmpd="sng" w="14025">
                      <a:solidFill>
                        <a:schemeClr val="lt1"/>
                      </a:solidFill>
                      <a:prstDash val="solid"/>
                      <a:round/>
                      <a:headEnd len="sm" w="sm" type="none"/>
                      <a:tailEnd len="sm" w="sm" type="none"/>
                    </a:lnL>
                    <a:lnR cap="flat" cmpd="sng" w="14025">
                      <a:solidFill>
                        <a:schemeClr val="lt1"/>
                      </a:solidFill>
                      <a:prstDash val="solid"/>
                      <a:round/>
                      <a:headEnd len="sm" w="sm" type="none"/>
                      <a:tailEnd len="sm" w="sm" type="none"/>
                    </a:lnR>
                    <a:lnT cap="flat" cmpd="sng" w="14025">
                      <a:solidFill>
                        <a:schemeClr val="lt1"/>
                      </a:solidFill>
                      <a:prstDash val="solid"/>
                      <a:round/>
                      <a:headEnd len="sm" w="sm" type="none"/>
                      <a:tailEnd len="sm" w="sm" type="none"/>
                    </a:lnT>
                    <a:lnB cap="flat" cmpd="sng" w="14025">
                      <a:solidFill>
                        <a:schemeClr val="lt1"/>
                      </a:solidFill>
                      <a:prstDash val="solid"/>
                      <a:round/>
                      <a:headEnd len="sm" w="sm" type="none"/>
                      <a:tailEnd len="sm" w="sm" type="none"/>
                    </a:lnB>
                    <a:solidFill>
                      <a:srgbClr val="03A9F4"/>
                    </a:solidFill>
                  </a:tcPr>
                </a:tc>
                <a:tc>
                  <a:txBody>
                    <a:bodyPr/>
                    <a:lstStyle/>
                    <a:p>
                      <a:pPr indent="0" lvl="0" marL="0" marR="0" rtl="0" algn="ctr">
                        <a:spcBef>
                          <a:spcPts val="0"/>
                        </a:spcBef>
                        <a:spcAft>
                          <a:spcPts val="0"/>
                        </a:spcAft>
                        <a:buNone/>
                      </a:pPr>
                      <a:r>
                        <a:rPr b="1" lang="ko-KR" sz="1400" u="none" cap="none" strike="noStrike">
                          <a:solidFill>
                            <a:schemeClr val="lt1"/>
                          </a:solidFill>
                          <a:latin typeface="Malgun Gothic"/>
                          <a:ea typeface="Malgun Gothic"/>
                          <a:cs typeface="Malgun Gothic"/>
                          <a:sym typeface="Malgun Gothic"/>
                        </a:rPr>
                        <a:t>기본</a:t>
                      </a:r>
                      <a:endParaRPr sz="1900"/>
                    </a:p>
                  </a:txBody>
                  <a:tcPr marT="60025" marB="60025" marR="91475" marL="91475" anchor="ctr">
                    <a:lnL cap="flat" cmpd="sng" w="14025">
                      <a:solidFill>
                        <a:schemeClr val="lt1"/>
                      </a:solidFill>
                      <a:prstDash val="solid"/>
                      <a:round/>
                      <a:headEnd len="sm" w="sm" type="none"/>
                      <a:tailEnd len="sm" w="sm" type="none"/>
                    </a:lnL>
                    <a:lnR cap="flat" cmpd="sng" w="14025">
                      <a:solidFill>
                        <a:schemeClr val="lt1"/>
                      </a:solidFill>
                      <a:prstDash val="solid"/>
                      <a:round/>
                      <a:headEnd len="sm" w="sm" type="none"/>
                      <a:tailEnd len="sm" w="sm" type="none"/>
                    </a:lnR>
                    <a:lnT cap="flat" cmpd="sng" w="14025">
                      <a:solidFill>
                        <a:schemeClr val="lt1"/>
                      </a:solidFill>
                      <a:prstDash val="solid"/>
                      <a:round/>
                      <a:headEnd len="sm" w="sm" type="none"/>
                      <a:tailEnd len="sm" w="sm" type="none"/>
                    </a:lnT>
                    <a:lnB cap="flat" cmpd="sng" w="14025">
                      <a:solidFill>
                        <a:schemeClr val="lt1"/>
                      </a:solidFill>
                      <a:prstDash val="solid"/>
                      <a:round/>
                      <a:headEnd len="sm" w="sm" type="none"/>
                      <a:tailEnd len="sm" w="sm" type="none"/>
                    </a:lnB>
                    <a:solidFill>
                      <a:srgbClr val="03A9F4"/>
                    </a:solidFill>
                  </a:tcPr>
                </a:tc>
                <a:tc>
                  <a:txBody>
                    <a:bodyPr/>
                    <a:lstStyle/>
                    <a:p>
                      <a:pPr indent="0" lvl="0" marL="0" marR="0" rtl="0" algn="ctr">
                        <a:spcBef>
                          <a:spcPts val="0"/>
                        </a:spcBef>
                        <a:spcAft>
                          <a:spcPts val="0"/>
                        </a:spcAft>
                        <a:buNone/>
                      </a:pPr>
                      <a:r>
                        <a:rPr b="1" lang="ko-KR" sz="1400" u="none" cap="none" strike="noStrike">
                          <a:solidFill>
                            <a:schemeClr val="lt1"/>
                          </a:solidFill>
                          <a:latin typeface="Malgun Gothic"/>
                          <a:ea typeface="Malgun Gothic"/>
                          <a:cs typeface="Malgun Gothic"/>
                          <a:sym typeface="Malgun Gothic"/>
                        </a:rPr>
                        <a:t>기초 </a:t>
                      </a:r>
                      <a:endParaRPr sz="1900"/>
                    </a:p>
                  </a:txBody>
                  <a:tcPr marT="60025" marB="60025" marR="91475" marL="91475" anchor="ctr">
                    <a:lnL cap="flat" cmpd="sng" w="14025">
                      <a:solidFill>
                        <a:schemeClr val="lt1"/>
                      </a:solidFill>
                      <a:prstDash val="solid"/>
                      <a:round/>
                      <a:headEnd len="sm" w="sm" type="none"/>
                      <a:tailEnd len="sm" w="sm" type="none"/>
                    </a:lnL>
                    <a:lnR cap="flat" cmpd="sng" w="14025">
                      <a:solidFill>
                        <a:schemeClr val="lt1"/>
                      </a:solidFill>
                      <a:prstDash val="solid"/>
                      <a:round/>
                      <a:headEnd len="sm" w="sm" type="none"/>
                      <a:tailEnd len="sm" w="sm" type="none"/>
                    </a:lnR>
                    <a:lnT cap="flat" cmpd="sng" w="14025">
                      <a:solidFill>
                        <a:schemeClr val="lt1"/>
                      </a:solidFill>
                      <a:prstDash val="solid"/>
                      <a:round/>
                      <a:headEnd len="sm" w="sm" type="none"/>
                      <a:tailEnd len="sm" w="sm" type="none"/>
                    </a:lnT>
                    <a:lnB cap="flat" cmpd="sng" w="14025">
                      <a:solidFill>
                        <a:schemeClr val="lt1"/>
                      </a:solidFill>
                      <a:prstDash val="solid"/>
                      <a:round/>
                      <a:headEnd len="sm" w="sm" type="none"/>
                      <a:tailEnd len="sm" w="sm" type="none"/>
                    </a:lnB>
                    <a:solidFill>
                      <a:srgbClr val="03A9F4"/>
                    </a:solidFill>
                  </a:tcPr>
                </a:tc>
                <a:tc vMerge="1"/>
              </a:tr>
              <a:tr h="892125">
                <a:tc>
                  <a:txBody>
                    <a:bodyPr/>
                    <a:lstStyle/>
                    <a:p>
                      <a:pPr indent="0" lvl="0" marL="0" marR="0" rtl="0" algn="ctr">
                        <a:spcBef>
                          <a:spcPts val="0"/>
                        </a:spcBef>
                        <a:spcAft>
                          <a:spcPts val="0"/>
                        </a:spcAft>
                        <a:buNone/>
                      </a:pPr>
                      <a:r>
                        <a:rPr b="1" lang="ko-KR" sz="1200">
                          <a:latin typeface="Malgun Gothic"/>
                          <a:ea typeface="Malgun Gothic"/>
                          <a:cs typeface="Malgun Gothic"/>
                          <a:sym typeface="Malgun Gothic"/>
                        </a:rPr>
                        <a:t>데이터 융합 및 모빌 제작 </a:t>
                      </a:r>
                      <a:endParaRPr b="1" sz="1200" u="none" cap="none" strike="noStrike">
                        <a:solidFill>
                          <a:schemeClr val="dk1"/>
                        </a:solidFill>
                        <a:latin typeface="Malgun Gothic"/>
                        <a:ea typeface="Malgun Gothic"/>
                        <a:cs typeface="Malgun Gothic"/>
                        <a:sym typeface="Malgun Gothic"/>
                      </a:endParaRPr>
                    </a:p>
                  </a:txBody>
                  <a:tcPr marT="60025" marB="60025" marR="36000" marL="36000" anchor="ctr">
                    <a:lnL cap="flat" cmpd="sng" w="14025">
                      <a:solidFill>
                        <a:srgbClr val="000000">
                          <a:alpha val="0"/>
                        </a:srgbClr>
                      </a:solidFill>
                      <a:prstDash val="solid"/>
                      <a:round/>
                      <a:headEnd len="sm" w="sm" type="none"/>
                      <a:tailEnd len="sm" w="sm" type="none"/>
                    </a:lnL>
                    <a:lnR cap="flat" cmpd="sng" w="14025">
                      <a:solidFill>
                        <a:srgbClr val="03A9F4"/>
                      </a:solidFill>
                      <a:prstDash val="solid"/>
                      <a:round/>
                      <a:headEnd len="sm" w="sm" type="none"/>
                      <a:tailEnd len="sm" w="sm" type="none"/>
                    </a:lnR>
                    <a:lnT cap="flat" cmpd="sng" w="14025">
                      <a:solidFill>
                        <a:schemeClr val="lt1"/>
                      </a:solidFill>
                      <a:prstDash val="solid"/>
                      <a:round/>
                      <a:headEnd len="sm" w="sm" type="none"/>
                      <a:tailEnd len="sm" w="sm" type="none"/>
                    </a:lnT>
                    <a:lnB cap="flat" cmpd="sng" w="14025">
                      <a:solidFill>
                        <a:srgbClr val="03A9F4"/>
                      </a:solidFill>
                      <a:prstDash val="solid"/>
                      <a:round/>
                      <a:headEnd len="sm" w="sm" type="none"/>
                      <a:tailEnd len="sm" w="sm" type="none"/>
                    </a:lnB>
                    <a:solidFill>
                      <a:srgbClr val="D9F3FF"/>
                    </a:solidFill>
                  </a:tcPr>
                </a:tc>
                <a:tc>
                  <a:txBody>
                    <a:bodyPr/>
                    <a:lstStyle/>
                    <a:p>
                      <a:pPr indent="0" lvl="0" marL="0" marR="0" rtl="0" algn="l">
                        <a:spcBef>
                          <a:spcPts val="0"/>
                        </a:spcBef>
                        <a:spcAft>
                          <a:spcPts val="0"/>
                        </a:spcAft>
                        <a:buNone/>
                      </a:pPr>
                      <a:r>
                        <a:rPr lang="ko-KR" sz="1200">
                          <a:latin typeface="Malgun Gothic"/>
                          <a:ea typeface="Malgun Gothic"/>
                          <a:cs typeface="Malgun Gothic"/>
                          <a:sym typeface="Malgun Gothic"/>
                        </a:rPr>
                        <a:t>공공데이터의 인과관계를 입체적으로 분석하여 타 분야의 지식을 활용해 독창적으로 융합하도록 안내한다. </a:t>
                      </a:r>
                      <a:endParaRPr b="0" sz="1200" u="none" cap="none" strike="noStrike">
                        <a:solidFill>
                          <a:schemeClr val="dk1"/>
                        </a:solidFill>
                        <a:latin typeface="Malgun Gothic"/>
                        <a:ea typeface="Malgun Gothic"/>
                        <a:cs typeface="Malgun Gothic"/>
                        <a:sym typeface="Malgun Gothic"/>
                      </a:endParaRPr>
                    </a:p>
                  </a:txBody>
                  <a:tcPr marT="60025" marB="60025" marR="36000" marL="36000" anchor="ctr">
                    <a:lnL cap="flat" cmpd="sng" w="14025">
                      <a:solidFill>
                        <a:srgbClr val="03A9F4"/>
                      </a:solidFill>
                      <a:prstDash val="solid"/>
                      <a:round/>
                      <a:headEnd len="sm" w="sm" type="none"/>
                      <a:tailEnd len="sm" w="sm" type="none"/>
                    </a:lnL>
                    <a:lnR cap="flat" cmpd="sng" w="14025">
                      <a:solidFill>
                        <a:srgbClr val="03A9F4"/>
                      </a:solidFill>
                      <a:prstDash val="solid"/>
                      <a:round/>
                      <a:headEnd len="sm" w="sm" type="none"/>
                      <a:tailEnd len="sm" w="sm" type="none"/>
                    </a:lnR>
                    <a:lnT cap="flat" cmpd="sng" w="14025">
                      <a:solidFill>
                        <a:schemeClr val="lt1"/>
                      </a:solidFill>
                      <a:prstDash val="solid"/>
                      <a:round/>
                      <a:headEnd len="sm" w="sm" type="none"/>
                      <a:tailEnd len="sm" w="sm" type="none"/>
                    </a:lnT>
                    <a:lnB cap="flat" cmpd="sng" w="14025">
                      <a:solidFill>
                        <a:srgbClr val="03A9F4"/>
                      </a:solidFill>
                      <a:prstDash val="solid"/>
                      <a:round/>
                      <a:headEnd len="sm" w="sm" type="none"/>
                      <a:tailEnd len="sm" w="sm" type="none"/>
                    </a:lnB>
                  </a:tcPr>
                </a:tc>
                <a:tc>
                  <a:txBody>
                    <a:bodyPr/>
                    <a:lstStyle/>
                    <a:p>
                      <a:pPr indent="0" lvl="0" marL="0" marR="0" rtl="0" algn="l">
                        <a:spcBef>
                          <a:spcPts val="0"/>
                        </a:spcBef>
                        <a:spcAft>
                          <a:spcPts val="0"/>
                        </a:spcAft>
                        <a:buNone/>
                      </a:pPr>
                      <a:r>
                        <a:rPr lang="ko-KR" sz="1200">
                          <a:latin typeface="Malgun Gothic"/>
                          <a:ea typeface="Malgun Gothic"/>
                          <a:cs typeface="Malgun Gothic"/>
                          <a:sym typeface="Malgun Gothic"/>
                        </a:rPr>
                        <a:t>데이터를 시각적 요소로 변환하는 원리를 이해하고 아날로그와 디지털 매체를 융합하도록 안내한다. </a:t>
                      </a:r>
                      <a:endParaRPr b="0" sz="1200" u="none" cap="none" strike="noStrike">
                        <a:solidFill>
                          <a:schemeClr val="dk1"/>
                        </a:solidFill>
                        <a:latin typeface="Malgun Gothic"/>
                        <a:ea typeface="Malgun Gothic"/>
                        <a:cs typeface="Malgun Gothic"/>
                        <a:sym typeface="Malgun Gothic"/>
                      </a:endParaRPr>
                    </a:p>
                  </a:txBody>
                  <a:tcPr marT="60025" marB="60025" marR="36000" marL="36000" anchor="ctr">
                    <a:lnL cap="flat" cmpd="sng" w="14025">
                      <a:solidFill>
                        <a:srgbClr val="03A9F4"/>
                      </a:solidFill>
                      <a:prstDash val="solid"/>
                      <a:round/>
                      <a:headEnd len="sm" w="sm" type="none"/>
                      <a:tailEnd len="sm" w="sm" type="none"/>
                    </a:lnL>
                    <a:lnR cap="flat" cmpd="sng" w="14025">
                      <a:solidFill>
                        <a:srgbClr val="03A9F4"/>
                      </a:solidFill>
                      <a:prstDash val="solid"/>
                      <a:round/>
                      <a:headEnd len="sm" w="sm" type="none"/>
                      <a:tailEnd len="sm" w="sm" type="none"/>
                    </a:lnR>
                    <a:lnT cap="flat" cmpd="sng" w="14025">
                      <a:solidFill>
                        <a:schemeClr val="lt1"/>
                      </a:solidFill>
                      <a:prstDash val="solid"/>
                      <a:round/>
                      <a:headEnd len="sm" w="sm" type="none"/>
                      <a:tailEnd len="sm" w="sm" type="none"/>
                    </a:lnT>
                    <a:lnB cap="flat" cmpd="sng" w="14025">
                      <a:solidFill>
                        <a:srgbClr val="03A9F4"/>
                      </a:solidFill>
                      <a:prstDash val="solid"/>
                      <a:round/>
                      <a:headEnd len="sm" w="sm" type="none"/>
                      <a:tailEnd len="sm" w="sm" type="none"/>
                    </a:lnB>
                  </a:tcPr>
                </a:tc>
                <a:tc>
                  <a:txBody>
                    <a:bodyPr/>
                    <a:lstStyle/>
                    <a:p>
                      <a:pPr indent="0" lvl="0" marL="0" marR="0" rtl="0" algn="l">
                        <a:spcBef>
                          <a:spcPts val="0"/>
                        </a:spcBef>
                        <a:spcAft>
                          <a:spcPts val="0"/>
                        </a:spcAft>
                        <a:buNone/>
                      </a:pPr>
                      <a:r>
                        <a:rPr lang="ko-KR" sz="1200">
                          <a:latin typeface="Malgun Gothic"/>
                          <a:ea typeface="Malgun Gothic"/>
                          <a:cs typeface="Malgun Gothic"/>
                          <a:sym typeface="Malgun Gothic"/>
                        </a:rPr>
                        <a:t>교사와 동료의 예시를 참고하여 데이터를 단순한 시각적 요소로 변환해 보도록 돕는다. </a:t>
                      </a:r>
                      <a:endParaRPr b="0" sz="1200" u="none" cap="none" strike="noStrike">
                        <a:solidFill>
                          <a:schemeClr val="dk1"/>
                        </a:solidFill>
                        <a:latin typeface="Malgun Gothic"/>
                        <a:ea typeface="Malgun Gothic"/>
                        <a:cs typeface="Malgun Gothic"/>
                        <a:sym typeface="Malgun Gothic"/>
                      </a:endParaRPr>
                    </a:p>
                  </a:txBody>
                  <a:tcPr marT="60025" marB="60025" marR="36000" marL="36000" anchor="ctr">
                    <a:lnL cap="flat" cmpd="sng" w="14025">
                      <a:solidFill>
                        <a:srgbClr val="03A9F4"/>
                      </a:solidFill>
                      <a:prstDash val="solid"/>
                      <a:round/>
                      <a:headEnd len="sm" w="sm" type="none"/>
                      <a:tailEnd len="sm" w="sm" type="none"/>
                    </a:lnL>
                    <a:lnR cap="flat" cmpd="sng" w="14025">
                      <a:solidFill>
                        <a:srgbClr val="03A9F4"/>
                      </a:solidFill>
                      <a:prstDash val="solid"/>
                      <a:round/>
                      <a:headEnd len="sm" w="sm" type="none"/>
                      <a:tailEnd len="sm" w="sm" type="none"/>
                    </a:lnR>
                    <a:lnT cap="flat" cmpd="sng" w="14025">
                      <a:solidFill>
                        <a:schemeClr val="lt1"/>
                      </a:solidFill>
                      <a:prstDash val="solid"/>
                      <a:round/>
                      <a:headEnd len="sm" w="sm" type="none"/>
                      <a:tailEnd len="sm" w="sm" type="none"/>
                    </a:lnT>
                    <a:lnB cap="flat" cmpd="sng" w="14025">
                      <a:solidFill>
                        <a:srgbClr val="03A9F4"/>
                      </a:solidFill>
                      <a:prstDash val="solid"/>
                      <a:round/>
                      <a:headEnd len="sm" w="sm" type="none"/>
                      <a:tailEnd len="sm" w="sm" type="none"/>
                    </a:lnB>
                  </a:tcPr>
                </a:tc>
                <a:tc>
                  <a:txBody>
                    <a:bodyPr/>
                    <a:lstStyle/>
                    <a:p>
                      <a:pPr indent="0" lvl="0" marL="0" rtl="0" algn="l">
                        <a:lnSpc>
                          <a:spcPct val="115000"/>
                        </a:lnSpc>
                        <a:spcBef>
                          <a:spcPts val="1200"/>
                        </a:spcBef>
                        <a:spcAft>
                          <a:spcPts val="0"/>
                        </a:spcAft>
                        <a:buSzPts val="1100"/>
                        <a:buNone/>
                      </a:pPr>
                      <a:r>
                        <a:rPr lang="ko-KR" sz="1200">
                          <a:latin typeface="Malgun Gothic"/>
                          <a:ea typeface="Malgun Gothic"/>
                          <a:cs typeface="Malgun Gothic"/>
                          <a:sym typeface="Malgun Gothic"/>
                        </a:rPr>
                        <a:t>실기 평가법</a:t>
                      </a:r>
                      <a:endParaRPr sz="1200">
                        <a:latin typeface="Malgun Gothic"/>
                        <a:ea typeface="Malgun Gothic"/>
                        <a:cs typeface="Malgun Gothic"/>
                        <a:sym typeface="Malgun Gothic"/>
                      </a:endParaRPr>
                    </a:p>
                    <a:p>
                      <a:pPr indent="0" lvl="0" marL="0" rtl="0" algn="l">
                        <a:lnSpc>
                          <a:spcPct val="115000"/>
                        </a:lnSpc>
                        <a:spcBef>
                          <a:spcPts val="1200"/>
                        </a:spcBef>
                        <a:spcAft>
                          <a:spcPts val="0"/>
                        </a:spcAft>
                        <a:buClr>
                          <a:schemeClr val="dk1"/>
                        </a:buClr>
                        <a:buSzPts val="1100"/>
                        <a:buFont typeface="Arial"/>
                        <a:buNone/>
                      </a:pPr>
                      <a:r>
                        <a:rPr lang="ko-KR" sz="1200">
                          <a:latin typeface="Malgun Gothic"/>
                          <a:ea typeface="Malgun Gothic"/>
                          <a:cs typeface="Malgun Gothic"/>
                          <a:sym typeface="Malgun Gothic"/>
                        </a:rPr>
                        <a:t>(작품 결과)</a:t>
                      </a:r>
                      <a:endParaRPr sz="1200">
                        <a:latin typeface="Malgun Gothic"/>
                        <a:ea typeface="Malgun Gothic"/>
                        <a:cs typeface="Malgun Gothic"/>
                        <a:sym typeface="Malgun Gothic"/>
                      </a:endParaRPr>
                    </a:p>
                    <a:p>
                      <a:pPr indent="0" lvl="0" marL="0" marR="0" rtl="0" algn="ctr">
                        <a:spcBef>
                          <a:spcPts val="1200"/>
                        </a:spcBef>
                        <a:spcAft>
                          <a:spcPts val="0"/>
                        </a:spcAft>
                        <a:buNone/>
                      </a:pPr>
                      <a:r>
                        <a:t/>
                      </a:r>
                      <a:endParaRPr sz="1200">
                        <a:latin typeface="Malgun Gothic"/>
                        <a:ea typeface="Malgun Gothic"/>
                        <a:cs typeface="Malgun Gothic"/>
                        <a:sym typeface="Malgun Gothic"/>
                      </a:endParaRPr>
                    </a:p>
                  </a:txBody>
                  <a:tcPr marT="60025" marB="60025" marR="36000" marL="36000" anchor="ctr">
                    <a:lnL cap="flat" cmpd="sng" w="14025">
                      <a:solidFill>
                        <a:srgbClr val="03A9F4"/>
                      </a:solidFill>
                      <a:prstDash val="solid"/>
                      <a:round/>
                      <a:headEnd len="sm" w="sm" type="none"/>
                      <a:tailEnd len="sm" w="sm" type="none"/>
                    </a:lnL>
                    <a:lnR cap="flat" cmpd="sng" w="14025">
                      <a:solidFill>
                        <a:srgbClr val="000000">
                          <a:alpha val="0"/>
                        </a:srgbClr>
                      </a:solidFill>
                      <a:prstDash val="solid"/>
                      <a:round/>
                      <a:headEnd len="sm" w="sm" type="none"/>
                      <a:tailEnd len="sm" w="sm" type="none"/>
                    </a:lnR>
                    <a:lnT cap="flat" cmpd="sng" w="14025">
                      <a:solidFill>
                        <a:schemeClr val="lt1"/>
                      </a:solidFill>
                      <a:prstDash val="solid"/>
                      <a:round/>
                      <a:headEnd len="sm" w="sm" type="none"/>
                      <a:tailEnd len="sm" w="sm" type="none"/>
                    </a:lnT>
                    <a:lnB cap="flat" cmpd="sng" w="14025">
                      <a:solidFill>
                        <a:srgbClr val="03A9F4"/>
                      </a:solidFill>
                      <a:prstDash val="solid"/>
                      <a:round/>
                      <a:headEnd len="sm" w="sm" type="none"/>
                      <a:tailEnd len="sm" w="sm" type="none"/>
                    </a:lnB>
                  </a:tcPr>
                </a:tc>
              </a:tr>
              <a:tr h="1068225">
                <a:tc>
                  <a:txBody>
                    <a:bodyPr/>
                    <a:lstStyle/>
                    <a:p>
                      <a:pPr indent="0" lvl="0" marL="0" marR="0" rtl="0" algn="ctr">
                        <a:spcBef>
                          <a:spcPts val="0"/>
                        </a:spcBef>
                        <a:spcAft>
                          <a:spcPts val="0"/>
                        </a:spcAft>
                        <a:buNone/>
                      </a:pPr>
                      <a:r>
                        <a:rPr b="1" lang="ko-KR" sz="1200">
                          <a:latin typeface="Malgun Gothic"/>
                          <a:ea typeface="Malgun Gothic"/>
                          <a:cs typeface="Malgun Gothic"/>
                          <a:sym typeface="Malgun Gothic"/>
                        </a:rPr>
                        <a:t>과정 기록 및 가상 전시 </a:t>
                      </a:r>
                      <a:endParaRPr b="1" sz="1200" u="none" cap="none" strike="noStrike">
                        <a:solidFill>
                          <a:schemeClr val="dk1"/>
                        </a:solidFill>
                        <a:latin typeface="Malgun Gothic"/>
                        <a:ea typeface="Malgun Gothic"/>
                        <a:cs typeface="Malgun Gothic"/>
                        <a:sym typeface="Malgun Gothic"/>
                      </a:endParaRPr>
                    </a:p>
                  </a:txBody>
                  <a:tcPr marT="60025" marB="60025" marR="36000" marL="36000" anchor="ctr">
                    <a:lnL cap="flat" cmpd="sng" w="14025">
                      <a:solidFill>
                        <a:srgbClr val="000000">
                          <a:alpha val="0"/>
                        </a:srgbClr>
                      </a:solidFill>
                      <a:prstDash val="solid"/>
                      <a:round/>
                      <a:headEnd len="sm" w="sm" type="none"/>
                      <a:tailEnd len="sm" w="sm" type="none"/>
                    </a:lnL>
                    <a:lnR cap="flat" cmpd="sng" w="14025">
                      <a:solidFill>
                        <a:srgbClr val="03A9F4"/>
                      </a:solidFill>
                      <a:prstDash val="solid"/>
                      <a:round/>
                      <a:headEnd len="sm" w="sm" type="none"/>
                      <a:tailEnd len="sm" w="sm" type="none"/>
                    </a:lnR>
                    <a:lnT cap="flat" cmpd="sng" w="14025">
                      <a:solidFill>
                        <a:srgbClr val="03A9F4"/>
                      </a:solidFill>
                      <a:prstDash val="solid"/>
                      <a:round/>
                      <a:headEnd len="sm" w="sm" type="none"/>
                      <a:tailEnd len="sm" w="sm" type="none"/>
                    </a:lnT>
                    <a:lnB cap="flat" cmpd="sng" w="14025">
                      <a:solidFill>
                        <a:srgbClr val="03A9F4"/>
                      </a:solidFill>
                      <a:prstDash val="solid"/>
                      <a:round/>
                      <a:headEnd len="sm" w="sm" type="none"/>
                      <a:tailEnd len="sm" w="sm" type="none"/>
                    </a:lnB>
                    <a:solidFill>
                      <a:srgbClr val="D9F3FF"/>
                    </a:solidFill>
                  </a:tcPr>
                </a:tc>
                <a:tc>
                  <a:txBody>
                    <a:bodyPr/>
                    <a:lstStyle/>
                    <a:p>
                      <a:pPr indent="0" lvl="0" marL="0" marR="0" rtl="0" algn="l">
                        <a:spcBef>
                          <a:spcPts val="0"/>
                        </a:spcBef>
                        <a:spcAft>
                          <a:spcPts val="0"/>
                        </a:spcAft>
                        <a:buNone/>
                      </a:pPr>
                      <a:r>
                        <a:rPr lang="ko-KR" sz="1200">
                          <a:latin typeface="Malgun Gothic"/>
                          <a:ea typeface="Malgun Gothic"/>
                          <a:cs typeface="Malgun Gothic"/>
                          <a:sym typeface="Malgun Gothic"/>
                        </a:rPr>
                        <a:t>창작 전 과정을 e-포트폴리오에 체계적으로 기록하고 가상 전시 공간의 특성에 맞게 전시하도록 안내한다. </a:t>
                      </a:r>
                      <a:endParaRPr b="0" sz="1200" u="none" cap="none" strike="noStrike">
                        <a:solidFill>
                          <a:schemeClr val="dk1"/>
                        </a:solidFill>
                        <a:latin typeface="Malgun Gothic"/>
                        <a:ea typeface="Malgun Gothic"/>
                        <a:cs typeface="Malgun Gothic"/>
                        <a:sym typeface="Malgun Gothic"/>
                      </a:endParaRPr>
                    </a:p>
                  </a:txBody>
                  <a:tcPr marT="60025" marB="60025" marR="36000" marL="36000" anchor="ctr">
                    <a:lnL cap="flat" cmpd="sng" w="14025">
                      <a:solidFill>
                        <a:srgbClr val="03A9F4"/>
                      </a:solidFill>
                      <a:prstDash val="solid"/>
                      <a:round/>
                      <a:headEnd len="sm" w="sm" type="none"/>
                      <a:tailEnd len="sm" w="sm" type="none"/>
                    </a:lnL>
                    <a:lnR cap="flat" cmpd="sng" w="14025">
                      <a:solidFill>
                        <a:srgbClr val="03A9F4"/>
                      </a:solidFill>
                      <a:prstDash val="solid"/>
                      <a:round/>
                      <a:headEnd len="sm" w="sm" type="none"/>
                      <a:tailEnd len="sm" w="sm" type="none"/>
                    </a:lnR>
                    <a:lnT cap="flat" cmpd="sng" w="14025">
                      <a:solidFill>
                        <a:srgbClr val="03A9F4"/>
                      </a:solidFill>
                      <a:prstDash val="solid"/>
                      <a:round/>
                      <a:headEnd len="sm" w="sm" type="none"/>
                      <a:tailEnd len="sm" w="sm" type="none"/>
                    </a:lnT>
                    <a:lnB cap="flat" cmpd="sng" w="14025">
                      <a:solidFill>
                        <a:srgbClr val="03A9F4"/>
                      </a:solidFill>
                      <a:prstDash val="solid"/>
                      <a:round/>
                      <a:headEnd len="sm" w="sm" type="none"/>
                      <a:tailEnd len="sm" w="sm" type="none"/>
                    </a:lnB>
                  </a:tcPr>
                </a:tc>
                <a:tc>
                  <a:txBody>
                    <a:bodyPr/>
                    <a:lstStyle/>
                    <a:p>
                      <a:pPr indent="0" lvl="0" marL="0" marR="0" rtl="0" algn="l">
                        <a:spcBef>
                          <a:spcPts val="0"/>
                        </a:spcBef>
                        <a:spcAft>
                          <a:spcPts val="0"/>
                        </a:spcAft>
                        <a:buNone/>
                      </a:pPr>
                      <a:r>
                        <a:rPr lang="ko-KR" sz="1200">
                          <a:latin typeface="Malgun Gothic"/>
                          <a:ea typeface="Malgun Gothic"/>
                          <a:cs typeface="Malgun Gothic"/>
                          <a:sym typeface="Malgun Gothic"/>
                        </a:rPr>
                        <a:t>창작의 주요 과정을 e-포트폴리오에 기록하고 완성된 작품을 등록하여 전시하도록 안내한다. </a:t>
                      </a:r>
                      <a:endParaRPr b="0" sz="1200" u="none" cap="none" strike="noStrike">
                        <a:solidFill>
                          <a:schemeClr val="dk1"/>
                        </a:solidFill>
                        <a:latin typeface="Malgun Gothic"/>
                        <a:ea typeface="Malgun Gothic"/>
                        <a:cs typeface="Malgun Gothic"/>
                        <a:sym typeface="Malgun Gothic"/>
                      </a:endParaRPr>
                    </a:p>
                  </a:txBody>
                  <a:tcPr marT="60025" marB="60025" marR="36000" marL="36000" anchor="ctr">
                    <a:lnL cap="flat" cmpd="sng" w="14025">
                      <a:solidFill>
                        <a:srgbClr val="03A9F4"/>
                      </a:solidFill>
                      <a:prstDash val="solid"/>
                      <a:round/>
                      <a:headEnd len="sm" w="sm" type="none"/>
                      <a:tailEnd len="sm" w="sm" type="none"/>
                    </a:lnL>
                    <a:lnR cap="flat" cmpd="sng" w="14025">
                      <a:solidFill>
                        <a:srgbClr val="03A9F4"/>
                      </a:solidFill>
                      <a:prstDash val="solid"/>
                      <a:round/>
                      <a:headEnd len="sm" w="sm" type="none"/>
                      <a:tailEnd len="sm" w="sm" type="none"/>
                    </a:lnR>
                    <a:lnT cap="flat" cmpd="sng" w="14025">
                      <a:solidFill>
                        <a:srgbClr val="03A9F4"/>
                      </a:solidFill>
                      <a:prstDash val="solid"/>
                      <a:round/>
                      <a:headEnd len="sm" w="sm" type="none"/>
                      <a:tailEnd len="sm" w="sm" type="none"/>
                    </a:lnT>
                    <a:lnB cap="flat" cmpd="sng" w="14025">
                      <a:solidFill>
                        <a:srgbClr val="03A9F4"/>
                      </a:solidFill>
                      <a:prstDash val="solid"/>
                      <a:round/>
                      <a:headEnd len="sm" w="sm" type="none"/>
                      <a:tailEnd len="sm" w="sm" type="none"/>
                    </a:lnB>
                  </a:tcPr>
                </a:tc>
                <a:tc>
                  <a:txBody>
                    <a:bodyPr/>
                    <a:lstStyle/>
                    <a:p>
                      <a:pPr indent="0" lvl="0" marL="0" marR="0" rtl="0" algn="l">
                        <a:spcBef>
                          <a:spcPts val="0"/>
                        </a:spcBef>
                        <a:spcAft>
                          <a:spcPts val="0"/>
                        </a:spcAft>
                        <a:buNone/>
                      </a:pPr>
                      <a:r>
                        <a:rPr lang="ko-KR" sz="1200">
                          <a:latin typeface="Malgun Gothic"/>
                          <a:ea typeface="Malgun Gothic"/>
                          <a:cs typeface="Malgun Gothic"/>
                          <a:sym typeface="Malgun Gothic"/>
                        </a:rPr>
                        <a:t>창작 과정 기록을 돕고 온라인 가상 전시 공간에 완성된 작품을 전시할 수 있도록 지원한다. </a:t>
                      </a:r>
                      <a:endParaRPr b="0" sz="1200" u="none" cap="none" strike="noStrike">
                        <a:solidFill>
                          <a:schemeClr val="dk1"/>
                        </a:solidFill>
                        <a:latin typeface="Malgun Gothic"/>
                        <a:ea typeface="Malgun Gothic"/>
                        <a:cs typeface="Malgun Gothic"/>
                        <a:sym typeface="Malgun Gothic"/>
                      </a:endParaRPr>
                    </a:p>
                  </a:txBody>
                  <a:tcPr marT="60025" marB="60025" marR="36000" marL="36000" anchor="ctr">
                    <a:lnL cap="flat" cmpd="sng" w="14025">
                      <a:solidFill>
                        <a:srgbClr val="03A9F4"/>
                      </a:solidFill>
                      <a:prstDash val="solid"/>
                      <a:round/>
                      <a:headEnd len="sm" w="sm" type="none"/>
                      <a:tailEnd len="sm" w="sm" type="none"/>
                    </a:lnL>
                    <a:lnR cap="flat" cmpd="sng" w="14025">
                      <a:solidFill>
                        <a:srgbClr val="03A9F4"/>
                      </a:solidFill>
                      <a:prstDash val="solid"/>
                      <a:round/>
                      <a:headEnd len="sm" w="sm" type="none"/>
                      <a:tailEnd len="sm" w="sm" type="none"/>
                    </a:lnR>
                    <a:lnT cap="flat" cmpd="sng" w="14025">
                      <a:solidFill>
                        <a:srgbClr val="03A9F4"/>
                      </a:solidFill>
                      <a:prstDash val="solid"/>
                      <a:round/>
                      <a:headEnd len="sm" w="sm" type="none"/>
                      <a:tailEnd len="sm" w="sm" type="none"/>
                    </a:lnT>
                    <a:lnB cap="flat" cmpd="sng" w="14025">
                      <a:solidFill>
                        <a:srgbClr val="03A9F4"/>
                      </a:solidFill>
                      <a:prstDash val="solid"/>
                      <a:round/>
                      <a:headEnd len="sm" w="sm" type="none"/>
                      <a:tailEnd len="sm" w="sm" type="none"/>
                    </a:lnB>
                  </a:tcPr>
                </a:tc>
                <a:tc>
                  <a:txBody>
                    <a:bodyPr/>
                    <a:lstStyle/>
                    <a:p>
                      <a:pPr indent="0" lvl="0" marL="0" rtl="0" algn="l">
                        <a:lnSpc>
                          <a:spcPct val="115000"/>
                        </a:lnSpc>
                        <a:spcBef>
                          <a:spcPts val="1200"/>
                        </a:spcBef>
                        <a:spcAft>
                          <a:spcPts val="0"/>
                        </a:spcAft>
                        <a:buSzPts val="1100"/>
                        <a:buNone/>
                      </a:pPr>
                      <a:r>
                        <a:rPr lang="ko-KR" sz="1200">
                          <a:latin typeface="Malgun Gothic"/>
                          <a:ea typeface="Malgun Gothic"/>
                          <a:cs typeface="Malgun Gothic"/>
                          <a:sym typeface="Malgun Gothic"/>
                        </a:rPr>
                        <a:t>프로세스폴리오법</a:t>
                      </a:r>
                      <a:endParaRPr sz="1200">
                        <a:latin typeface="Malgun Gothic"/>
                        <a:ea typeface="Malgun Gothic"/>
                        <a:cs typeface="Malgun Gothic"/>
                        <a:sym typeface="Malgun Gothic"/>
                      </a:endParaRPr>
                    </a:p>
                    <a:p>
                      <a:pPr indent="0" lvl="0" marL="0" rtl="0" algn="l">
                        <a:lnSpc>
                          <a:spcPct val="115000"/>
                        </a:lnSpc>
                        <a:spcBef>
                          <a:spcPts val="1200"/>
                        </a:spcBef>
                        <a:spcAft>
                          <a:spcPts val="0"/>
                        </a:spcAft>
                        <a:buClr>
                          <a:schemeClr val="dk1"/>
                        </a:buClr>
                        <a:buSzPts val="1100"/>
                        <a:buFont typeface="Arial"/>
                        <a:buNone/>
                      </a:pPr>
                      <a:r>
                        <a:rPr lang="ko-KR" sz="1200">
                          <a:latin typeface="Malgun Gothic"/>
                          <a:ea typeface="Malgun Gothic"/>
                          <a:cs typeface="Malgun Gothic"/>
                          <a:sym typeface="Malgun Gothic"/>
                        </a:rPr>
                        <a:t>(과정 기록)</a:t>
                      </a:r>
                      <a:endParaRPr sz="1200">
                        <a:latin typeface="Malgun Gothic"/>
                        <a:ea typeface="Malgun Gothic"/>
                        <a:cs typeface="Malgun Gothic"/>
                        <a:sym typeface="Malgun Gothic"/>
                      </a:endParaRPr>
                    </a:p>
                    <a:p>
                      <a:pPr indent="0" lvl="0" marL="0" marR="0" rtl="0" algn="ctr">
                        <a:spcBef>
                          <a:spcPts val="1200"/>
                        </a:spcBef>
                        <a:spcAft>
                          <a:spcPts val="0"/>
                        </a:spcAft>
                        <a:buNone/>
                      </a:pPr>
                      <a:r>
                        <a:t/>
                      </a:r>
                      <a:endParaRPr sz="1200">
                        <a:latin typeface="Malgun Gothic"/>
                        <a:ea typeface="Malgun Gothic"/>
                        <a:cs typeface="Malgun Gothic"/>
                        <a:sym typeface="Malgun Gothic"/>
                      </a:endParaRPr>
                    </a:p>
                  </a:txBody>
                  <a:tcPr marT="60025" marB="60025" marR="36000" marL="36000" anchor="ctr">
                    <a:lnL cap="flat" cmpd="sng" w="14025">
                      <a:solidFill>
                        <a:srgbClr val="03A9F4"/>
                      </a:solidFill>
                      <a:prstDash val="solid"/>
                      <a:round/>
                      <a:headEnd len="sm" w="sm" type="none"/>
                      <a:tailEnd len="sm" w="sm" type="none"/>
                    </a:lnL>
                    <a:lnR cap="flat" cmpd="sng" w="14025">
                      <a:solidFill>
                        <a:srgbClr val="000000">
                          <a:alpha val="0"/>
                        </a:srgbClr>
                      </a:solidFill>
                      <a:prstDash val="solid"/>
                      <a:round/>
                      <a:headEnd len="sm" w="sm" type="none"/>
                      <a:tailEnd len="sm" w="sm" type="none"/>
                    </a:lnR>
                    <a:lnT cap="flat" cmpd="sng" w="14025">
                      <a:solidFill>
                        <a:srgbClr val="03A9F4"/>
                      </a:solidFill>
                      <a:prstDash val="solid"/>
                      <a:round/>
                      <a:headEnd len="sm" w="sm" type="none"/>
                      <a:tailEnd len="sm" w="sm" type="none"/>
                    </a:lnT>
                    <a:lnB cap="flat" cmpd="sng" w="14025">
                      <a:solidFill>
                        <a:srgbClr val="03A9F4"/>
                      </a:solidFill>
                      <a:prstDash val="solid"/>
                      <a:round/>
                      <a:headEnd len="sm" w="sm" type="none"/>
                      <a:tailEnd len="sm" w="sm" type="none"/>
                    </a:lnB>
                  </a:tcPr>
                </a:tc>
              </a:tr>
              <a:tr h="734400">
                <a:tc>
                  <a:txBody>
                    <a:bodyPr/>
                    <a:lstStyle/>
                    <a:p>
                      <a:pPr indent="0" lvl="0" marL="0" marR="0" rtl="0" algn="ctr">
                        <a:spcBef>
                          <a:spcPts val="0"/>
                        </a:spcBef>
                        <a:spcAft>
                          <a:spcPts val="0"/>
                        </a:spcAft>
                        <a:buNone/>
                      </a:pPr>
                      <a:r>
                        <a:rPr b="1" lang="ko-KR" sz="1200">
                          <a:latin typeface="Malgun Gothic"/>
                          <a:ea typeface="Malgun Gothic"/>
                          <a:cs typeface="Malgun Gothic"/>
                          <a:sym typeface="Malgun Gothic"/>
                        </a:rPr>
                        <a:t>미적 공감 및 비판적 수용 </a:t>
                      </a:r>
                      <a:endParaRPr b="1" sz="1200" u="none" cap="none" strike="noStrike">
                        <a:solidFill>
                          <a:schemeClr val="dk1"/>
                        </a:solidFill>
                        <a:latin typeface="Malgun Gothic"/>
                        <a:ea typeface="Malgun Gothic"/>
                        <a:cs typeface="Malgun Gothic"/>
                        <a:sym typeface="Malgun Gothic"/>
                      </a:endParaRPr>
                    </a:p>
                  </a:txBody>
                  <a:tcPr marT="60025" marB="60025" marR="36000" marL="36000" anchor="ctr">
                    <a:lnL cap="flat" cmpd="sng" w="14025">
                      <a:solidFill>
                        <a:srgbClr val="000000">
                          <a:alpha val="0"/>
                        </a:srgbClr>
                      </a:solidFill>
                      <a:prstDash val="solid"/>
                      <a:round/>
                      <a:headEnd len="sm" w="sm" type="none"/>
                      <a:tailEnd len="sm" w="sm" type="none"/>
                    </a:lnL>
                    <a:lnR cap="flat" cmpd="sng" w="14025">
                      <a:solidFill>
                        <a:srgbClr val="03A9F4"/>
                      </a:solidFill>
                      <a:prstDash val="solid"/>
                      <a:round/>
                      <a:headEnd len="sm" w="sm" type="none"/>
                      <a:tailEnd len="sm" w="sm" type="none"/>
                    </a:lnR>
                    <a:lnT cap="flat" cmpd="sng" w="14025">
                      <a:solidFill>
                        <a:srgbClr val="03A9F4"/>
                      </a:solidFill>
                      <a:prstDash val="solid"/>
                      <a:round/>
                      <a:headEnd len="sm" w="sm" type="none"/>
                      <a:tailEnd len="sm" w="sm" type="none"/>
                    </a:lnT>
                    <a:lnB cap="flat" cmpd="sng" w="28050">
                      <a:solidFill>
                        <a:srgbClr val="03A9F4"/>
                      </a:solidFill>
                      <a:prstDash val="solid"/>
                      <a:round/>
                      <a:headEnd len="sm" w="sm" type="none"/>
                      <a:tailEnd len="sm" w="sm" type="none"/>
                    </a:lnB>
                    <a:solidFill>
                      <a:srgbClr val="D9F3FF"/>
                    </a:solidFill>
                  </a:tcPr>
                </a:tc>
                <a:tc>
                  <a:txBody>
                    <a:bodyPr/>
                    <a:lstStyle/>
                    <a:p>
                      <a:pPr indent="0" lvl="0" marL="0" marR="0" rtl="0" algn="l">
                        <a:spcBef>
                          <a:spcPts val="0"/>
                        </a:spcBef>
                        <a:spcAft>
                          <a:spcPts val="0"/>
                        </a:spcAft>
                        <a:buNone/>
                      </a:pPr>
                      <a:r>
                        <a:rPr lang="ko-KR" sz="1200">
                          <a:latin typeface="Malgun Gothic"/>
                          <a:ea typeface="Malgun Gothic"/>
                          <a:cs typeface="Malgun Gothic"/>
                          <a:sym typeface="Malgun Gothic"/>
                        </a:rPr>
                        <a:t>서클 나눔에서 타인의 작품에 담긴 매체 가치를 비판적으로 수용하고 깊이 있게 공감하도록 안내한다. </a:t>
                      </a:r>
                      <a:endParaRPr b="0" sz="1200" u="none" cap="none" strike="noStrike">
                        <a:solidFill>
                          <a:schemeClr val="dk1"/>
                        </a:solidFill>
                        <a:latin typeface="Malgun Gothic"/>
                        <a:ea typeface="Malgun Gothic"/>
                        <a:cs typeface="Malgun Gothic"/>
                        <a:sym typeface="Malgun Gothic"/>
                      </a:endParaRPr>
                    </a:p>
                  </a:txBody>
                  <a:tcPr marT="60025" marB="60025" marR="36000" marL="36000" anchor="ctr">
                    <a:lnL cap="flat" cmpd="sng" w="14025">
                      <a:solidFill>
                        <a:srgbClr val="03A9F4"/>
                      </a:solidFill>
                      <a:prstDash val="solid"/>
                      <a:round/>
                      <a:headEnd len="sm" w="sm" type="none"/>
                      <a:tailEnd len="sm" w="sm" type="none"/>
                    </a:lnL>
                    <a:lnR cap="flat" cmpd="sng" w="14025">
                      <a:solidFill>
                        <a:srgbClr val="03A9F4"/>
                      </a:solidFill>
                      <a:prstDash val="solid"/>
                      <a:round/>
                      <a:headEnd len="sm" w="sm" type="none"/>
                      <a:tailEnd len="sm" w="sm" type="none"/>
                    </a:lnR>
                    <a:lnT cap="flat" cmpd="sng" w="14025">
                      <a:solidFill>
                        <a:srgbClr val="03A9F4"/>
                      </a:solidFill>
                      <a:prstDash val="solid"/>
                      <a:round/>
                      <a:headEnd len="sm" w="sm" type="none"/>
                      <a:tailEnd len="sm" w="sm" type="none"/>
                    </a:lnT>
                    <a:lnB cap="flat" cmpd="sng" w="28050">
                      <a:solidFill>
                        <a:srgbClr val="03A9F4"/>
                      </a:solidFill>
                      <a:prstDash val="solid"/>
                      <a:round/>
                      <a:headEnd len="sm" w="sm" type="none"/>
                      <a:tailEnd len="sm" w="sm" type="none"/>
                    </a:lnB>
                  </a:tcPr>
                </a:tc>
                <a:tc>
                  <a:txBody>
                    <a:bodyPr/>
                    <a:lstStyle/>
                    <a:p>
                      <a:pPr indent="0" lvl="0" marL="0" marR="0" rtl="0" algn="l">
                        <a:spcBef>
                          <a:spcPts val="0"/>
                        </a:spcBef>
                        <a:spcAft>
                          <a:spcPts val="0"/>
                        </a:spcAft>
                        <a:buNone/>
                      </a:pPr>
                      <a:r>
                        <a:rPr lang="ko-KR" sz="1200">
                          <a:latin typeface="Malgun Gothic"/>
                          <a:ea typeface="Malgun Gothic"/>
                          <a:cs typeface="Malgun Gothic"/>
                          <a:sym typeface="Malgun Gothic"/>
                        </a:rPr>
                        <a:t>서클 나눔 토의에 적극적으로 참여하여 매체의 효과에 공감하고 자신의 생각을 나누도록 안내한다. </a:t>
                      </a:r>
                      <a:endParaRPr b="0" sz="1200" u="none" cap="none" strike="noStrike">
                        <a:solidFill>
                          <a:schemeClr val="dk1"/>
                        </a:solidFill>
                        <a:latin typeface="Malgun Gothic"/>
                        <a:ea typeface="Malgun Gothic"/>
                        <a:cs typeface="Malgun Gothic"/>
                        <a:sym typeface="Malgun Gothic"/>
                      </a:endParaRPr>
                    </a:p>
                  </a:txBody>
                  <a:tcPr marT="60025" marB="60025" marR="36000" marL="36000" anchor="ctr">
                    <a:lnL cap="flat" cmpd="sng" w="14025">
                      <a:solidFill>
                        <a:srgbClr val="03A9F4"/>
                      </a:solidFill>
                      <a:prstDash val="solid"/>
                      <a:round/>
                      <a:headEnd len="sm" w="sm" type="none"/>
                      <a:tailEnd len="sm" w="sm" type="none"/>
                    </a:lnL>
                    <a:lnR cap="flat" cmpd="sng" w="14025">
                      <a:solidFill>
                        <a:srgbClr val="03A9F4"/>
                      </a:solidFill>
                      <a:prstDash val="solid"/>
                      <a:round/>
                      <a:headEnd len="sm" w="sm" type="none"/>
                      <a:tailEnd len="sm" w="sm" type="none"/>
                    </a:lnR>
                    <a:lnT cap="flat" cmpd="sng" w="14025">
                      <a:solidFill>
                        <a:srgbClr val="03A9F4"/>
                      </a:solidFill>
                      <a:prstDash val="solid"/>
                      <a:round/>
                      <a:headEnd len="sm" w="sm" type="none"/>
                      <a:tailEnd len="sm" w="sm" type="none"/>
                    </a:lnT>
                    <a:lnB cap="flat" cmpd="sng" w="28050">
                      <a:solidFill>
                        <a:srgbClr val="03A9F4"/>
                      </a:solidFill>
                      <a:prstDash val="solid"/>
                      <a:round/>
                      <a:headEnd len="sm" w="sm" type="none"/>
                      <a:tailEnd len="sm" w="sm" type="none"/>
                    </a:lnB>
                  </a:tcPr>
                </a:tc>
                <a:tc>
                  <a:txBody>
                    <a:bodyPr/>
                    <a:lstStyle/>
                    <a:p>
                      <a:pPr indent="0" lvl="0" marL="0" marR="0" rtl="0" algn="l">
                        <a:spcBef>
                          <a:spcPts val="0"/>
                        </a:spcBef>
                        <a:spcAft>
                          <a:spcPts val="0"/>
                        </a:spcAft>
                        <a:buNone/>
                      </a:pPr>
                      <a:r>
                        <a:rPr lang="ko-KR" sz="1200">
                          <a:latin typeface="Malgun Gothic"/>
                          <a:ea typeface="Malgun Gothic"/>
                          <a:cs typeface="Malgun Gothic"/>
                          <a:sym typeface="Malgun Gothic"/>
                        </a:rPr>
                        <a:t>동료 평가 시 친구의 작품 의도를 경청하고 반응할 수 있도록 격려한다. </a:t>
                      </a:r>
                      <a:endParaRPr b="0" sz="1200" u="none" cap="none" strike="noStrike">
                        <a:solidFill>
                          <a:schemeClr val="dk1"/>
                        </a:solidFill>
                        <a:latin typeface="Malgun Gothic"/>
                        <a:ea typeface="Malgun Gothic"/>
                        <a:cs typeface="Malgun Gothic"/>
                        <a:sym typeface="Malgun Gothic"/>
                      </a:endParaRPr>
                    </a:p>
                  </a:txBody>
                  <a:tcPr marT="60025" marB="60025" marR="36000" marL="36000" anchor="ctr">
                    <a:lnL cap="flat" cmpd="sng" w="14025">
                      <a:solidFill>
                        <a:srgbClr val="03A9F4"/>
                      </a:solidFill>
                      <a:prstDash val="solid"/>
                      <a:round/>
                      <a:headEnd len="sm" w="sm" type="none"/>
                      <a:tailEnd len="sm" w="sm" type="none"/>
                    </a:lnL>
                    <a:lnR cap="flat" cmpd="sng" w="14025">
                      <a:solidFill>
                        <a:srgbClr val="03A9F4"/>
                      </a:solidFill>
                      <a:prstDash val="solid"/>
                      <a:round/>
                      <a:headEnd len="sm" w="sm" type="none"/>
                      <a:tailEnd len="sm" w="sm" type="none"/>
                    </a:lnR>
                    <a:lnT cap="flat" cmpd="sng" w="14025">
                      <a:solidFill>
                        <a:srgbClr val="03A9F4"/>
                      </a:solidFill>
                      <a:prstDash val="solid"/>
                      <a:round/>
                      <a:headEnd len="sm" w="sm" type="none"/>
                      <a:tailEnd len="sm" w="sm" type="none"/>
                    </a:lnT>
                    <a:lnB cap="flat" cmpd="sng" w="28050">
                      <a:solidFill>
                        <a:srgbClr val="03A9F4"/>
                      </a:solidFill>
                      <a:prstDash val="solid"/>
                      <a:round/>
                      <a:headEnd len="sm" w="sm" type="none"/>
                      <a:tailEnd len="sm" w="sm" type="none"/>
                    </a:lnB>
                  </a:tcPr>
                </a:tc>
                <a:tc>
                  <a:txBody>
                    <a:bodyPr/>
                    <a:lstStyle/>
                    <a:p>
                      <a:pPr indent="0" lvl="0" marL="0" marR="0" rtl="0" algn="ctr">
                        <a:spcBef>
                          <a:spcPts val="0"/>
                        </a:spcBef>
                        <a:spcAft>
                          <a:spcPts val="0"/>
                        </a:spcAft>
                        <a:buNone/>
                      </a:pPr>
                      <a:r>
                        <a:rPr lang="ko-KR" sz="1200">
                          <a:latin typeface="Malgun Gothic"/>
                          <a:ea typeface="Malgun Gothic"/>
                          <a:cs typeface="Malgun Gothic"/>
                          <a:sym typeface="Malgun Gothic"/>
                        </a:rPr>
                        <a:t>관찰법 / 동료 평가 </a:t>
                      </a:r>
                      <a:endParaRPr b="0" sz="1200" u="none" cap="none" strike="noStrike">
                        <a:solidFill>
                          <a:schemeClr val="dk1"/>
                        </a:solidFill>
                        <a:latin typeface="Malgun Gothic"/>
                        <a:ea typeface="Malgun Gothic"/>
                        <a:cs typeface="Malgun Gothic"/>
                        <a:sym typeface="Malgun Gothic"/>
                      </a:endParaRPr>
                    </a:p>
                  </a:txBody>
                  <a:tcPr marT="60025" marB="60025" marR="36000" marL="36000" anchor="ctr">
                    <a:lnL cap="flat" cmpd="sng" w="14025">
                      <a:solidFill>
                        <a:srgbClr val="03A9F4"/>
                      </a:solidFill>
                      <a:prstDash val="solid"/>
                      <a:round/>
                      <a:headEnd len="sm" w="sm" type="none"/>
                      <a:tailEnd len="sm" w="sm" type="none"/>
                    </a:lnL>
                    <a:lnR cap="flat" cmpd="sng" w="14025">
                      <a:solidFill>
                        <a:srgbClr val="000000">
                          <a:alpha val="0"/>
                        </a:srgbClr>
                      </a:solidFill>
                      <a:prstDash val="solid"/>
                      <a:round/>
                      <a:headEnd len="sm" w="sm" type="none"/>
                      <a:tailEnd len="sm" w="sm" type="none"/>
                    </a:lnR>
                    <a:lnT cap="flat" cmpd="sng" w="14025">
                      <a:solidFill>
                        <a:srgbClr val="03A9F4"/>
                      </a:solidFill>
                      <a:prstDash val="solid"/>
                      <a:round/>
                      <a:headEnd len="sm" w="sm" type="none"/>
                      <a:tailEnd len="sm" w="sm" type="none"/>
                    </a:lnT>
                    <a:lnB cap="flat" cmpd="sng" w="28050">
                      <a:solidFill>
                        <a:srgbClr val="03A9F4"/>
                      </a:solidFill>
                      <a:prstDash val="solid"/>
                      <a:round/>
                      <a:headEnd len="sm" w="sm" type="none"/>
                      <a:tailEnd len="sm" w="sm" type="none"/>
                    </a:lnB>
                  </a:tcPr>
                </a:tc>
              </a:tr>
            </a:tbl>
          </a:graphicData>
        </a:graphic>
      </p:graphicFrame>
      <p:sp>
        <p:nvSpPr>
          <p:cNvPr id="94" name="Google Shape;94;g3f3b1709a98_10_139"/>
          <p:cNvSpPr/>
          <p:nvPr/>
        </p:nvSpPr>
        <p:spPr>
          <a:xfrm>
            <a:off x="9219501" y="5496386"/>
            <a:ext cx="2723700" cy="3214500"/>
          </a:xfrm>
          <a:prstGeom prst="roundRect">
            <a:avLst>
              <a:gd fmla="val 4677" name="adj"/>
            </a:avLst>
          </a:prstGeom>
          <a:solidFill>
            <a:srgbClr val="E5EBF7"/>
          </a:solidFill>
          <a:ln cap="flat" cmpd="sng" w="28050">
            <a:solidFill>
              <a:srgbClr val="2F5597"/>
            </a:solidFill>
            <a:prstDash val="solid"/>
            <a:miter lim="8000"/>
            <a:headEnd len="sm" w="sm" type="none"/>
            <a:tailEnd len="sm" w="sm" type="none"/>
          </a:ln>
        </p:spPr>
        <p:txBody>
          <a:bodyPr anchorCtr="0" anchor="t" bIns="0" lIns="59625" spcFirstLastPara="1" rIns="59625" wrap="square" tIns="278225">
            <a:noAutofit/>
          </a:bodyPr>
          <a:lstStyle/>
          <a:p>
            <a:pPr indent="0" lvl="0" marL="0" rtl="0" algn="l">
              <a:lnSpc>
                <a:spcPct val="115000"/>
              </a:lnSpc>
              <a:spcBef>
                <a:spcPts val="0"/>
              </a:spcBef>
              <a:spcAft>
                <a:spcPts val="0"/>
              </a:spcAft>
              <a:buClr>
                <a:schemeClr val="dk1"/>
              </a:buClr>
              <a:buSzPts val="1100"/>
              <a:buFont typeface="Arial"/>
              <a:buNone/>
            </a:pPr>
            <a:r>
              <a:rPr lang="ko-KR" sz="1200">
                <a:solidFill>
                  <a:schemeClr val="dk1"/>
                </a:solidFill>
                <a:latin typeface="Malgun Gothic"/>
                <a:ea typeface="Malgun Gothic"/>
                <a:cs typeface="Malgun Gothic"/>
                <a:sym typeface="Malgun Gothic"/>
              </a:rPr>
              <a:t>정보 처리 시 빅데이터를 수집하고 분석하는 방법을 활용하고, 개인 정보 보호 교육을 통해 정보통신 윤리 의식을 갖도록 지도한다.</a:t>
            </a:r>
            <a:endParaRPr sz="1200">
              <a:solidFill>
                <a:schemeClr val="dk1"/>
              </a:solidFill>
              <a:latin typeface="Malgun Gothic"/>
              <a:ea typeface="Malgun Gothic"/>
              <a:cs typeface="Malgun Gothic"/>
              <a:sym typeface="Malgun Gothic"/>
            </a:endParaRPr>
          </a:p>
          <a:p>
            <a:pPr indent="0" lvl="0" marL="0" rtl="0" algn="l">
              <a:lnSpc>
                <a:spcPct val="115000"/>
              </a:lnSpc>
              <a:spcBef>
                <a:spcPts val="0"/>
              </a:spcBef>
              <a:spcAft>
                <a:spcPts val="0"/>
              </a:spcAft>
              <a:buClr>
                <a:schemeClr val="dk1"/>
              </a:buClr>
              <a:buSzPts val="1100"/>
              <a:buFont typeface="Arial"/>
              <a:buNone/>
            </a:pPr>
            <a:r>
              <a:rPr lang="ko-KR" sz="1200">
                <a:solidFill>
                  <a:schemeClr val="dk1"/>
                </a:solidFill>
                <a:latin typeface="Malgun Gothic"/>
                <a:ea typeface="Malgun Gothic"/>
                <a:cs typeface="Malgun Gothic"/>
                <a:sym typeface="Malgun Gothic"/>
              </a:rPr>
              <a:t>AI(ChatGPT, Notebook LM)가 제시한 데이터 분석 결과와 조형적 아이디어를 맹신하지 않고 비판적 사고를 통해 자신만의 미적 맥락으로 재해석하도록 안내한다.</a:t>
            </a:r>
            <a:endParaRPr sz="1200">
              <a:solidFill>
                <a:schemeClr val="dk1"/>
              </a:solidFill>
              <a:latin typeface="Malgun Gothic"/>
              <a:ea typeface="Malgun Gothic"/>
              <a:cs typeface="Malgun Gothic"/>
              <a:sym typeface="Malgun Gothic"/>
            </a:endParaRPr>
          </a:p>
          <a:p>
            <a:pPr indent="0" lvl="0" marL="0" rtl="0" algn="l">
              <a:lnSpc>
                <a:spcPct val="115000"/>
              </a:lnSpc>
              <a:spcBef>
                <a:spcPts val="0"/>
              </a:spcBef>
              <a:spcAft>
                <a:spcPts val="0"/>
              </a:spcAft>
              <a:buSzPts val="1100"/>
              <a:buNone/>
            </a:pPr>
            <a:r>
              <a:rPr lang="ko-KR" sz="1200">
                <a:solidFill>
                  <a:schemeClr val="dk1"/>
                </a:solidFill>
                <a:latin typeface="Malgun Gothic"/>
                <a:ea typeface="Malgun Gothic"/>
                <a:cs typeface="Malgun Gothic"/>
                <a:sym typeface="Malgun Gothic"/>
              </a:rPr>
              <a:t>패들렛을 이용한 온라인 전시 및 e-포트폴리오 기록 시 저작권의 중요성을 이해하도록 안내하고 안전 수칙을 준수하도록 지도한다.</a:t>
            </a:r>
            <a:endParaRPr sz="1200">
              <a:solidFill>
                <a:schemeClr val="dk1"/>
              </a:solidFill>
              <a:latin typeface="Malgun Gothic"/>
              <a:ea typeface="Malgun Gothic"/>
              <a:cs typeface="Malgun Gothic"/>
              <a:sym typeface="Malgun Gothic"/>
            </a:endParaRPr>
          </a:p>
        </p:txBody>
      </p:sp>
      <p:grpSp>
        <p:nvGrpSpPr>
          <p:cNvPr id="95" name="Google Shape;95;g3f3b1709a98_10_139"/>
          <p:cNvGrpSpPr/>
          <p:nvPr/>
        </p:nvGrpSpPr>
        <p:grpSpPr>
          <a:xfrm>
            <a:off x="9305762" y="5240034"/>
            <a:ext cx="2550930" cy="568452"/>
            <a:chOff x="9079160" y="6446689"/>
            <a:chExt cx="2550930" cy="433172"/>
          </a:xfrm>
        </p:grpSpPr>
        <p:sp>
          <p:nvSpPr>
            <p:cNvPr id="96" name="Google Shape;96;g3f3b1709a98_10_139"/>
            <p:cNvSpPr/>
            <p:nvPr/>
          </p:nvSpPr>
          <p:spPr>
            <a:xfrm>
              <a:off x="9338690" y="6498067"/>
              <a:ext cx="2291400" cy="303300"/>
            </a:xfrm>
            <a:prstGeom prst="roundRect">
              <a:avLst>
                <a:gd fmla="val 50000" name="adj"/>
              </a:avLst>
            </a:prstGeom>
            <a:solidFill>
              <a:srgbClr val="002060"/>
            </a:solidFill>
            <a:ln>
              <a:noFill/>
            </a:ln>
          </p:spPr>
          <p:txBody>
            <a:bodyPr anchorCtr="0" anchor="ctr" bIns="0" lIns="159000" spcFirstLastPara="1" rIns="0" wrap="square" tIns="0">
              <a:noAutofit/>
            </a:bodyPr>
            <a:lstStyle/>
            <a:p>
              <a:pPr indent="0" lvl="0" marL="0" marR="0" rtl="0" algn="ctr">
                <a:spcBef>
                  <a:spcPts val="0"/>
                </a:spcBef>
                <a:spcAft>
                  <a:spcPts val="0"/>
                </a:spcAft>
                <a:buNone/>
              </a:pPr>
              <a:r>
                <a:rPr b="1" i="0" lang="ko-KR" sz="1200" u="none" cap="none" strike="noStrike">
                  <a:solidFill>
                    <a:schemeClr val="lt1"/>
                  </a:solidFill>
                  <a:latin typeface="Malgun Gothic"/>
                  <a:ea typeface="Malgun Gothic"/>
                  <a:cs typeface="Malgun Gothic"/>
                  <a:sym typeface="Malgun Gothic"/>
                </a:rPr>
                <a:t>AI·디지털 도구 활용 유의사항</a:t>
              </a:r>
              <a:endParaRPr sz="1600"/>
            </a:p>
          </p:txBody>
        </p:sp>
        <p:pic>
          <p:nvPicPr>
            <p:cNvPr id="97" name="Google Shape;97;g3f3b1709a98_10_139"/>
            <p:cNvPicPr preferRelativeResize="0"/>
            <p:nvPr/>
          </p:nvPicPr>
          <p:blipFill rotWithShape="1">
            <a:blip r:embed="rId3">
              <a:alphaModFix/>
            </a:blip>
            <a:srcRect b="0" l="0" r="0" t="0"/>
            <a:stretch/>
          </p:blipFill>
          <p:spPr>
            <a:xfrm flipH="1">
              <a:off x="9079160" y="6446689"/>
              <a:ext cx="433174" cy="433172"/>
            </a:xfrm>
            <a:prstGeom prst="rect">
              <a:avLst/>
            </a:prstGeom>
            <a:noFill/>
            <a:ln>
              <a:noFill/>
            </a:ln>
          </p:spPr>
        </p:pic>
      </p:grpSp>
      <p:sp>
        <p:nvSpPr>
          <p:cNvPr id="98" name="Google Shape;98;g3f3b1709a98_10_139"/>
          <p:cNvSpPr/>
          <p:nvPr/>
        </p:nvSpPr>
        <p:spPr>
          <a:xfrm>
            <a:off x="260060" y="5026357"/>
            <a:ext cx="1334400" cy="397800"/>
          </a:xfrm>
          <a:prstGeom prst="roundRect">
            <a:avLst>
              <a:gd fmla="val 50000" name="adj"/>
            </a:avLst>
          </a:prstGeom>
          <a:solidFill>
            <a:srgbClr val="002060"/>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ko-KR" sz="1300" u="none" cap="none" strike="noStrike">
                <a:solidFill>
                  <a:schemeClr val="lt1"/>
                </a:solidFill>
                <a:latin typeface="Malgun Gothic"/>
                <a:ea typeface="Malgun Gothic"/>
                <a:cs typeface="Malgun Gothic"/>
                <a:sym typeface="Malgun Gothic"/>
              </a:rPr>
              <a:t>과정 중심 평가</a:t>
            </a:r>
            <a:endParaRPr sz="1600"/>
          </a:p>
        </p:txBody>
      </p:sp>
      <p:sp>
        <p:nvSpPr>
          <p:cNvPr id="99" name="Google Shape;99;g3f3b1709a98_10_139"/>
          <p:cNvSpPr/>
          <p:nvPr/>
        </p:nvSpPr>
        <p:spPr>
          <a:xfrm>
            <a:off x="3531765" y="883485"/>
            <a:ext cx="5128500" cy="464100"/>
          </a:xfrm>
          <a:prstGeom prst="roundRect">
            <a:avLst>
              <a:gd fmla="val 50000" name="adj"/>
            </a:avLst>
          </a:prstGeom>
          <a:solidFill>
            <a:srgbClr val="03A9F4"/>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ko-KR" sz="1600" u="none" cap="none" strike="noStrike">
                <a:solidFill>
                  <a:schemeClr val="lt1"/>
                </a:solidFill>
                <a:latin typeface="Malgun Gothic"/>
                <a:ea typeface="Malgun Gothic"/>
                <a:cs typeface="Malgun Gothic"/>
                <a:sym typeface="Malgun Gothic"/>
              </a:rPr>
              <a:t>(  </a:t>
            </a:r>
            <a:r>
              <a:rPr b="1" lang="ko-KR" sz="1600">
                <a:solidFill>
                  <a:schemeClr val="lt1"/>
                </a:solidFill>
                <a:latin typeface="Malgun Gothic"/>
                <a:ea typeface="Malgun Gothic"/>
                <a:cs typeface="Malgun Gothic"/>
                <a:sym typeface="Malgun Gothic"/>
              </a:rPr>
              <a:t>미술</a:t>
            </a:r>
            <a:r>
              <a:rPr b="1" i="0" lang="ko-KR" sz="1600" u="none" cap="none" strike="noStrike">
                <a:solidFill>
                  <a:schemeClr val="lt1"/>
                </a:solidFill>
                <a:latin typeface="Malgun Gothic"/>
                <a:ea typeface="Malgun Gothic"/>
                <a:cs typeface="Malgun Gothic"/>
                <a:sym typeface="Malgun Gothic"/>
              </a:rPr>
              <a:t> )과 AI·디지털 도구 활용 단원 교수·학습 설계안</a:t>
            </a:r>
            <a:endParaRPr b="1" i="0" sz="1600" u="none" cap="none" strike="noStrike">
              <a:solidFill>
                <a:schemeClr val="lt1"/>
              </a:solidFill>
              <a:latin typeface="Malgun Gothic"/>
              <a:ea typeface="Malgun Gothic"/>
              <a:cs typeface="Malgun Gothic"/>
              <a:sym typeface="Malgun Gothic"/>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grpSp>
        <p:nvGrpSpPr>
          <p:cNvPr id="105" name="Google Shape;105;p1"/>
          <p:cNvGrpSpPr/>
          <p:nvPr/>
        </p:nvGrpSpPr>
        <p:grpSpPr>
          <a:xfrm>
            <a:off x="260060" y="134638"/>
            <a:ext cx="11671882" cy="338554"/>
            <a:chOff x="260060" y="463574"/>
            <a:chExt cx="11671882" cy="338554"/>
          </a:xfrm>
        </p:grpSpPr>
        <p:sp>
          <p:nvSpPr>
            <p:cNvPr id="106" name="Google Shape;106;p1"/>
            <p:cNvSpPr txBox="1"/>
            <p:nvPr/>
          </p:nvSpPr>
          <p:spPr>
            <a:xfrm>
              <a:off x="260060" y="463574"/>
              <a:ext cx="1015068" cy="338554"/>
            </a:xfrm>
            <a:prstGeom prst="rect">
              <a:avLst/>
            </a:prstGeom>
            <a:solidFill>
              <a:srgbClr val="2E75B5"/>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1" i="0" lang="ko-KR" sz="1600" u="none" cap="none" strike="noStrike">
                  <a:solidFill>
                    <a:schemeClr val="lt1"/>
                  </a:solidFill>
                  <a:latin typeface="Calibri"/>
                  <a:ea typeface="Calibri"/>
                  <a:cs typeface="Calibri"/>
                  <a:sym typeface="Calibri"/>
                </a:rPr>
                <a:t>별첨</a:t>
              </a:r>
              <a:endParaRPr b="0" i="0" sz="1400" u="none" cap="none" strike="noStrike">
                <a:solidFill>
                  <a:srgbClr val="000000"/>
                </a:solidFill>
                <a:latin typeface="Arial"/>
                <a:ea typeface="Arial"/>
                <a:cs typeface="Arial"/>
                <a:sym typeface="Arial"/>
              </a:endParaRPr>
            </a:p>
          </p:txBody>
        </p:sp>
        <p:sp>
          <p:nvSpPr>
            <p:cNvPr id="107" name="Google Shape;107;p1"/>
            <p:cNvSpPr txBox="1"/>
            <p:nvPr/>
          </p:nvSpPr>
          <p:spPr>
            <a:xfrm>
              <a:off x="1434521" y="463574"/>
              <a:ext cx="10497421" cy="338554"/>
            </a:xfrm>
            <a:prstGeom prst="rect">
              <a:avLst/>
            </a:pr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600"/>
                <a:buFont typeface="Arial"/>
                <a:buNone/>
              </a:pPr>
              <a:r>
                <a:rPr b="1" i="0" lang="ko-KR" sz="1600" u="none" cap="none" strike="noStrike">
                  <a:solidFill>
                    <a:schemeClr val="dk1"/>
                  </a:solidFill>
                  <a:latin typeface="Calibri"/>
                  <a:ea typeface="Calibri"/>
                  <a:cs typeface="Calibri"/>
                  <a:sym typeface="Calibri"/>
                </a:rPr>
                <a:t>AI·디지털 도구 활용 교수·학습 설계안(양식)</a:t>
              </a:r>
              <a:endParaRPr b="1" i="0" sz="1600" u="none" cap="none" strike="noStrike">
                <a:solidFill>
                  <a:schemeClr val="dk1"/>
                </a:solidFill>
                <a:latin typeface="Calibri"/>
                <a:ea typeface="Calibri"/>
                <a:cs typeface="Calibri"/>
                <a:sym typeface="Calibri"/>
              </a:endParaRPr>
            </a:p>
          </p:txBody>
        </p:sp>
      </p:grpSp>
      <p:sp>
        <p:nvSpPr>
          <p:cNvPr id="108" name="Google Shape;108;p1"/>
          <p:cNvSpPr/>
          <p:nvPr/>
        </p:nvSpPr>
        <p:spPr>
          <a:xfrm>
            <a:off x="3667127" y="555805"/>
            <a:ext cx="4857748" cy="353770"/>
          </a:xfrm>
          <a:prstGeom prst="roundRect">
            <a:avLst>
              <a:gd fmla="val 50000" name="adj"/>
            </a:avLst>
          </a:prstGeom>
          <a:solidFill>
            <a:srgbClr val="03A9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500"/>
              <a:buFont typeface="Arial"/>
              <a:buNone/>
            </a:pPr>
            <a:r>
              <a:rPr b="1" i="0" lang="ko-KR" sz="1500" u="none" cap="none" strike="noStrike">
                <a:solidFill>
                  <a:schemeClr val="lt1"/>
                </a:solidFill>
                <a:latin typeface="Malgun Gothic"/>
                <a:ea typeface="Malgun Gothic"/>
                <a:cs typeface="Malgun Gothic"/>
                <a:sym typeface="Malgun Gothic"/>
              </a:rPr>
              <a:t>(            )과 AI·디지털 도구 활용 교수·학습설계안</a:t>
            </a:r>
            <a:endParaRPr b="1" i="0" sz="1500" u="none" cap="none" strike="noStrike">
              <a:solidFill>
                <a:schemeClr val="lt1"/>
              </a:solidFill>
              <a:latin typeface="Calibri"/>
              <a:ea typeface="Calibri"/>
              <a:cs typeface="Calibri"/>
              <a:sym typeface="Calibri"/>
            </a:endParaRPr>
          </a:p>
        </p:txBody>
      </p:sp>
      <p:grpSp>
        <p:nvGrpSpPr>
          <p:cNvPr id="109" name="Google Shape;109;p1"/>
          <p:cNvGrpSpPr/>
          <p:nvPr/>
        </p:nvGrpSpPr>
        <p:grpSpPr>
          <a:xfrm>
            <a:off x="745950" y="3033132"/>
            <a:ext cx="11230057" cy="3512634"/>
            <a:chOff x="570454" y="1941396"/>
            <a:chExt cx="11434191" cy="4576850"/>
          </a:xfrm>
        </p:grpSpPr>
        <p:cxnSp>
          <p:nvCxnSpPr>
            <p:cNvPr id="110" name="Google Shape;110;p1"/>
            <p:cNvCxnSpPr/>
            <p:nvPr/>
          </p:nvCxnSpPr>
          <p:spPr>
            <a:xfrm>
              <a:off x="570454" y="6518246"/>
              <a:ext cx="11434191" cy="0"/>
            </a:xfrm>
            <a:prstGeom prst="straightConnector1">
              <a:avLst/>
            </a:prstGeom>
            <a:noFill/>
            <a:ln cap="flat" cmpd="sng" w="28575">
              <a:solidFill>
                <a:schemeClr val="dk1"/>
              </a:solidFill>
              <a:prstDash val="solid"/>
              <a:miter lim="80"/>
              <a:headEnd len="sm" w="sm" type="none"/>
              <a:tailEnd len="med" w="med" type="triangle"/>
            </a:ln>
          </p:spPr>
        </p:cxnSp>
        <p:cxnSp>
          <p:nvCxnSpPr>
            <p:cNvPr id="111" name="Google Shape;111;p1"/>
            <p:cNvCxnSpPr/>
            <p:nvPr/>
          </p:nvCxnSpPr>
          <p:spPr>
            <a:xfrm rot="10800000">
              <a:off x="570454" y="1941396"/>
              <a:ext cx="0" cy="4576850"/>
            </a:xfrm>
            <a:prstGeom prst="straightConnector1">
              <a:avLst/>
            </a:prstGeom>
            <a:noFill/>
            <a:ln cap="flat" cmpd="sng" w="28575">
              <a:solidFill>
                <a:schemeClr val="dk1"/>
              </a:solidFill>
              <a:prstDash val="solid"/>
              <a:miter lim="80"/>
              <a:headEnd len="sm" w="sm" type="none"/>
              <a:tailEnd len="sm" w="sm" type="none"/>
            </a:ln>
          </p:spPr>
        </p:cxnSp>
      </p:grpSp>
      <p:sp>
        <p:nvSpPr>
          <p:cNvPr id="112" name="Google Shape;112;p1"/>
          <p:cNvSpPr txBox="1"/>
          <p:nvPr/>
        </p:nvSpPr>
        <p:spPr>
          <a:xfrm>
            <a:off x="11575375" y="6233119"/>
            <a:ext cx="307777" cy="230832"/>
          </a:xfrm>
          <a:prstGeom prst="rect">
            <a:avLst/>
          </a:prstGeom>
          <a:noFill/>
          <a:ln>
            <a:noFill/>
          </a:ln>
        </p:spPr>
        <p:txBody>
          <a:bodyPr anchorCtr="0" anchor="t" bIns="4570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1" i="0" lang="ko-KR" sz="1200" u="none" cap="none" strike="noStrike">
                <a:solidFill>
                  <a:schemeClr val="dk1"/>
                </a:solidFill>
                <a:latin typeface="Calibri"/>
                <a:ea typeface="Calibri"/>
                <a:cs typeface="Calibri"/>
                <a:sym typeface="Calibri"/>
              </a:rPr>
              <a:t>시간</a:t>
            </a:r>
            <a:endParaRPr b="0" i="0" sz="1400" u="none" cap="none" strike="noStrike">
              <a:solidFill>
                <a:srgbClr val="000000"/>
              </a:solidFill>
              <a:latin typeface="Arial"/>
              <a:ea typeface="Arial"/>
              <a:cs typeface="Arial"/>
              <a:sym typeface="Arial"/>
            </a:endParaRPr>
          </a:p>
        </p:txBody>
      </p:sp>
      <p:cxnSp>
        <p:nvCxnSpPr>
          <p:cNvPr id="113" name="Google Shape;113;p1"/>
          <p:cNvCxnSpPr/>
          <p:nvPr/>
        </p:nvCxnSpPr>
        <p:spPr>
          <a:xfrm flipH="1" rot="10800000">
            <a:off x="768353" y="3719578"/>
            <a:ext cx="11114799" cy="57799"/>
          </a:xfrm>
          <a:prstGeom prst="straightConnector1">
            <a:avLst/>
          </a:prstGeom>
          <a:noFill/>
          <a:ln cap="rnd" cmpd="sng" w="22225">
            <a:solidFill>
              <a:schemeClr val="dk1"/>
            </a:solidFill>
            <a:prstDash val="dot"/>
            <a:miter lim="80"/>
            <a:headEnd len="sm" w="sm" type="none"/>
            <a:tailEnd len="sm" w="sm" type="none"/>
          </a:ln>
        </p:spPr>
      </p:cxnSp>
      <p:cxnSp>
        <p:nvCxnSpPr>
          <p:cNvPr id="114" name="Google Shape;114;p1"/>
          <p:cNvCxnSpPr/>
          <p:nvPr/>
        </p:nvCxnSpPr>
        <p:spPr>
          <a:xfrm flipH="1" rot="10800000">
            <a:off x="743142" y="4770268"/>
            <a:ext cx="11141221" cy="1"/>
          </a:xfrm>
          <a:prstGeom prst="straightConnector1">
            <a:avLst/>
          </a:prstGeom>
          <a:noFill/>
          <a:ln cap="rnd" cmpd="sng" w="22225">
            <a:solidFill>
              <a:schemeClr val="dk1"/>
            </a:solidFill>
            <a:prstDash val="dot"/>
            <a:miter lim="80"/>
            <a:headEnd len="sm" w="sm" type="none"/>
            <a:tailEnd len="sm" w="sm" type="none"/>
          </a:ln>
        </p:spPr>
      </p:cxnSp>
      <p:cxnSp>
        <p:nvCxnSpPr>
          <p:cNvPr id="115" name="Google Shape;115;p1"/>
          <p:cNvCxnSpPr/>
          <p:nvPr/>
        </p:nvCxnSpPr>
        <p:spPr>
          <a:xfrm>
            <a:off x="768353" y="5763159"/>
            <a:ext cx="11114799" cy="0"/>
          </a:xfrm>
          <a:prstGeom prst="straightConnector1">
            <a:avLst/>
          </a:prstGeom>
          <a:noFill/>
          <a:ln cap="rnd" cmpd="sng" w="22225">
            <a:solidFill>
              <a:schemeClr val="dk1"/>
            </a:solidFill>
            <a:prstDash val="dot"/>
            <a:miter lim="80"/>
            <a:headEnd len="sm" w="sm" type="none"/>
            <a:tailEnd len="sm" w="sm" type="none"/>
          </a:ln>
        </p:spPr>
      </p:cxnSp>
      <p:cxnSp>
        <p:nvCxnSpPr>
          <p:cNvPr id="116" name="Google Shape;116;p1"/>
          <p:cNvCxnSpPr>
            <a:stCxn id="117" idx="3"/>
            <a:endCxn id="118" idx="1"/>
          </p:cNvCxnSpPr>
          <p:nvPr/>
        </p:nvCxnSpPr>
        <p:spPr>
          <a:xfrm flipH="1" rot="10800000">
            <a:off x="2837296" y="3753643"/>
            <a:ext cx="928500" cy="1011300"/>
          </a:xfrm>
          <a:prstGeom prst="bentConnector3">
            <a:avLst>
              <a:gd fmla="val 50000" name="adj1"/>
            </a:avLst>
          </a:prstGeom>
          <a:noFill/>
          <a:ln cap="flat" cmpd="sng" w="38100">
            <a:solidFill>
              <a:schemeClr val="dk1"/>
            </a:solidFill>
            <a:prstDash val="solid"/>
            <a:miter lim="80"/>
            <a:headEnd len="sm" w="sm" type="none"/>
            <a:tailEnd len="med" w="med" type="triangle"/>
          </a:ln>
        </p:spPr>
      </p:cxnSp>
      <p:cxnSp>
        <p:nvCxnSpPr>
          <p:cNvPr id="119" name="Google Shape;119;p1"/>
          <p:cNvCxnSpPr>
            <a:stCxn id="118" idx="3"/>
            <a:endCxn id="120" idx="1"/>
          </p:cNvCxnSpPr>
          <p:nvPr/>
        </p:nvCxnSpPr>
        <p:spPr>
          <a:xfrm>
            <a:off x="5638649" y="3753592"/>
            <a:ext cx="1111800" cy="1019100"/>
          </a:xfrm>
          <a:prstGeom prst="bentConnector3">
            <a:avLst>
              <a:gd fmla="val 49994" name="adj1"/>
            </a:avLst>
          </a:prstGeom>
          <a:noFill/>
          <a:ln cap="flat" cmpd="sng" w="38100">
            <a:solidFill>
              <a:schemeClr val="dk1"/>
            </a:solidFill>
            <a:prstDash val="solid"/>
            <a:miter lim="80"/>
            <a:headEnd len="sm" w="sm" type="none"/>
            <a:tailEnd len="med" w="med" type="triangle"/>
          </a:ln>
        </p:spPr>
      </p:cxnSp>
      <p:cxnSp>
        <p:nvCxnSpPr>
          <p:cNvPr id="121" name="Google Shape;121;p1"/>
          <p:cNvCxnSpPr>
            <a:stCxn id="120" idx="3"/>
            <a:endCxn id="122" idx="1"/>
          </p:cNvCxnSpPr>
          <p:nvPr/>
        </p:nvCxnSpPr>
        <p:spPr>
          <a:xfrm flipH="1" rot="10800000">
            <a:off x="8623167" y="3726902"/>
            <a:ext cx="1326900" cy="1045800"/>
          </a:xfrm>
          <a:prstGeom prst="bentConnector3">
            <a:avLst>
              <a:gd fmla="val 50000" name="adj1"/>
            </a:avLst>
          </a:prstGeom>
          <a:noFill/>
          <a:ln cap="flat" cmpd="sng" w="38100">
            <a:solidFill>
              <a:schemeClr val="dk1"/>
            </a:solidFill>
            <a:prstDash val="solid"/>
            <a:miter lim="80"/>
            <a:headEnd len="sm" w="sm" type="none"/>
            <a:tailEnd len="med" w="med" type="triangle"/>
          </a:ln>
        </p:spPr>
      </p:cxnSp>
      <p:grpSp>
        <p:nvGrpSpPr>
          <p:cNvPr id="123" name="Google Shape;123;p1"/>
          <p:cNvGrpSpPr/>
          <p:nvPr/>
        </p:nvGrpSpPr>
        <p:grpSpPr>
          <a:xfrm>
            <a:off x="964448" y="4070666"/>
            <a:ext cx="1872848" cy="1994230"/>
            <a:chOff x="936703" y="4046957"/>
            <a:chExt cx="1721096" cy="1994230"/>
          </a:xfrm>
        </p:grpSpPr>
        <p:sp>
          <p:nvSpPr>
            <p:cNvPr id="124" name="Google Shape;124;p1"/>
            <p:cNvSpPr/>
            <p:nvPr/>
          </p:nvSpPr>
          <p:spPr>
            <a:xfrm>
              <a:off x="936704" y="5374461"/>
              <a:ext cx="1721095" cy="666726"/>
            </a:xfrm>
            <a:prstGeom prst="roundRect">
              <a:avLst>
                <a:gd fmla="val 6381" name="adj"/>
              </a:avLst>
            </a:prstGeom>
            <a:solidFill>
              <a:srgbClr val="EEE5FF"/>
            </a:solidFill>
            <a:ln cap="flat" cmpd="sng" w="12700">
              <a:solidFill>
                <a:srgbClr val="9965FF"/>
              </a:solidFill>
              <a:prstDash val="solid"/>
              <a:miter lim="80"/>
              <a:headEnd len="sm" w="sm" type="none"/>
              <a:tailEnd len="sm" w="sm" type="none"/>
            </a:ln>
          </p:spPr>
          <p:txBody>
            <a:bodyPr anchorCtr="0" anchor="ctr" bIns="0" lIns="0" spcFirstLastPara="1" rIns="0" wrap="square" tIns="0">
              <a:noAutofit/>
            </a:bodyPr>
            <a:lstStyle/>
            <a:p>
              <a:pPr indent="0" lvl="0" marL="85725" marR="0" rtl="0" algn="l">
                <a:lnSpc>
                  <a:spcPct val="110000"/>
                </a:lnSpc>
                <a:spcBef>
                  <a:spcPts val="0"/>
                </a:spcBef>
                <a:spcAft>
                  <a:spcPts val="0"/>
                </a:spcAft>
                <a:buClr>
                  <a:srgbClr val="000000"/>
                </a:buClr>
                <a:buSzPts val="1000"/>
                <a:buFont typeface="Arial"/>
                <a:buNone/>
              </a:pPr>
              <a:r>
                <a:rPr b="1" i="0" lang="ko-KR" sz="1000" u="none" cap="none" strike="noStrike">
                  <a:solidFill>
                    <a:schemeClr val="dk1"/>
                  </a:solidFill>
                  <a:latin typeface="Calibri"/>
                  <a:ea typeface="Calibri"/>
                  <a:cs typeface="Calibri"/>
                  <a:sym typeface="Calibri"/>
                </a:rPr>
                <a:t>도구: </a:t>
              </a:r>
              <a:endParaRPr b="0" i="0" sz="1400" u="none" cap="none" strike="noStrike">
                <a:solidFill>
                  <a:srgbClr val="000000"/>
                </a:solidFill>
                <a:latin typeface="Arial"/>
                <a:ea typeface="Arial"/>
                <a:cs typeface="Arial"/>
                <a:sym typeface="Arial"/>
              </a:endParaRPr>
            </a:p>
            <a:p>
              <a:pPr indent="0" lvl="0" marL="85725" marR="0" rtl="0" algn="l">
                <a:lnSpc>
                  <a:spcPct val="110000"/>
                </a:lnSpc>
                <a:spcBef>
                  <a:spcPts val="0"/>
                </a:spcBef>
                <a:spcAft>
                  <a:spcPts val="0"/>
                </a:spcAft>
                <a:buClr>
                  <a:srgbClr val="000000"/>
                </a:buClr>
                <a:buSzPts val="1000"/>
                <a:buFont typeface="Arial"/>
                <a:buNone/>
              </a:pPr>
              <a:r>
                <a:rPr b="1" i="0" lang="ko-KR" sz="1000" u="none" cap="none" strike="noStrike">
                  <a:solidFill>
                    <a:schemeClr val="dk1"/>
                  </a:solidFill>
                  <a:latin typeface="Calibri"/>
                  <a:ea typeface="Calibri"/>
                  <a:cs typeface="Calibri"/>
                  <a:sym typeface="Calibri"/>
                </a:rPr>
                <a:t>역할: </a:t>
              </a:r>
              <a:endParaRPr b="1" i="0" sz="1000" u="none" cap="none" strike="noStrike">
                <a:solidFill>
                  <a:schemeClr val="dk1"/>
                </a:solidFill>
                <a:latin typeface="Calibri"/>
                <a:ea typeface="Calibri"/>
                <a:cs typeface="Calibri"/>
                <a:sym typeface="Calibri"/>
              </a:endParaRPr>
            </a:p>
          </p:txBody>
        </p:sp>
        <p:grpSp>
          <p:nvGrpSpPr>
            <p:cNvPr id="125" name="Google Shape;125;p1"/>
            <p:cNvGrpSpPr/>
            <p:nvPr/>
          </p:nvGrpSpPr>
          <p:grpSpPr>
            <a:xfrm>
              <a:off x="936703" y="4046957"/>
              <a:ext cx="1721096" cy="1257204"/>
              <a:chOff x="2194117" y="4892040"/>
              <a:chExt cx="1381578" cy="1257204"/>
            </a:xfrm>
          </p:grpSpPr>
          <p:sp>
            <p:nvSpPr>
              <p:cNvPr id="117" name="Google Shape;117;p1"/>
              <p:cNvSpPr/>
              <p:nvPr/>
            </p:nvSpPr>
            <p:spPr>
              <a:xfrm>
                <a:off x="2194117" y="5023389"/>
                <a:ext cx="1381578" cy="1125855"/>
              </a:xfrm>
              <a:prstGeom prst="roundRect">
                <a:avLst>
                  <a:gd fmla="val 5951" name="adj"/>
                </a:avLst>
              </a:prstGeom>
              <a:solidFill>
                <a:schemeClr val="lt1"/>
              </a:solidFill>
              <a:ln cap="flat" cmpd="sng" w="19050">
                <a:solidFill>
                  <a:srgbClr val="9965FF"/>
                </a:solidFill>
                <a:prstDash val="solid"/>
                <a:miter lim="80"/>
                <a:headEnd len="sm" w="sm" type="none"/>
                <a:tailEnd len="sm" w="sm" type="none"/>
              </a:ln>
            </p:spPr>
            <p:txBody>
              <a:bodyPr anchorCtr="0" anchor="t" bIns="0" lIns="0" spcFirstLastPara="1" rIns="0" wrap="square" tIns="144000">
                <a:noAutofit/>
              </a:bodyPr>
              <a:lstStyle/>
              <a:p>
                <a:pPr indent="0" lvl="0" marL="0" marR="0" rtl="0" algn="ctr">
                  <a:lnSpc>
                    <a:spcPct val="130000"/>
                  </a:lnSpc>
                  <a:spcBef>
                    <a:spcPts val="0"/>
                  </a:spcBef>
                  <a:spcAft>
                    <a:spcPts val="0"/>
                  </a:spcAft>
                  <a:buClr>
                    <a:srgbClr val="000000"/>
                  </a:buClr>
                  <a:buSzPts val="1000"/>
                  <a:buFont typeface="Arial"/>
                  <a:buNone/>
                </a:pPr>
                <a:r>
                  <a:rPr b="1" i="0" lang="ko-KR" sz="1000" u="none" cap="none" strike="noStrike">
                    <a:solidFill>
                      <a:schemeClr val="dk1"/>
                    </a:solidFill>
                    <a:latin typeface="Calibri"/>
                    <a:ea typeface="Calibri"/>
                    <a:cs typeface="Calibri"/>
                    <a:sym typeface="Calibri"/>
                  </a:rPr>
                  <a:t>활동제목</a:t>
                </a:r>
                <a:endParaRPr b="1" i="0" sz="10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000000"/>
                  </a:buClr>
                  <a:buSzPts val="1000"/>
                  <a:buFont typeface="Arial"/>
                  <a:buNone/>
                </a:pPr>
                <a:r>
                  <a:rPr b="0" i="0" lang="ko-KR" sz="1000" u="none" cap="none" strike="noStrike">
                    <a:solidFill>
                      <a:schemeClr val="dk1"/>
                    </a:solidFill>
                    <a:latin typeface="Calibri"/>
                    <a:ea typeface="Calibri"/>
                    <a:cs typeface="Calibri"/>
                    <a:sym typeface="Calibri"/>
                  </a:rPr>
                  <a:t> ▪ 교사 활동</a:t>
                </a:r>
                <a:endParaRPr b="0" i="0" sz="10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000000"/>
                  </a:buClr>
                  <a:buSzPts val="1000"/>
                  <a:buFont typeface="Arial"/>
                  <a:buNone/>
                </a:pPr>
                <a:r>
                  <a:rPr b="0" i="0" lang="ko-KR" sz="1000" u="none" cap="none" strike="noStrike">
                    <a:solidFill>
                      <a:schemeClr val="dk1"/>
                    </a:solidFill>
                    <a:latin typeface="Calibri"/>
                    <a:ea typeface="Calibri"/>
                    <a:cs typeface="Calibri"/>
                    <a:sym typeface="Calibri"/>
                  </a:rPr>
                  <a:t>   - 학생 활동</a:t>
                </a:r>
                <a:endParaRPr b="0" i="0" sz="10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000000"/>
                  </a:buClr>
                  <a:buSzPts val="1000"/>
                  <a:buFont typeface="Arial"/>
                  <a:buNone/>
                </a:pPr>
                <a:r>
                  <a:rPr b="0" i="0" lang="ko-KR" sz="1000" u="none" cap="none" strike="noStrike">
                    <a:solidFill>
                      <a:schemeClr val="dk1"/>
                    </a:solidFill>
                    <a:latin typeface="Calibri"/>
                    <a:ea typeface="Calibri"/>
                    <a:cs typeface="Calibri"/>
                    <a:sym typeface="Calibri"/>
                  </a:rPr>
                  <a:t>   - 학생 활동</a:t>
                </a:r>
                <a:endParaRPr b="0" i="0" sz="1000" u="none" cap="none" strike="noStrike">
                  <a:solidFill>
                    <a:schemeClr val="dk1"/>
                  </a:solidFill>
                  <a:latin typeface="Calibri"/>
                  <a:ea typeface="Calibri"/>
                  <a:cs typeface="Calibri"/>
                  <a:sym typeface="Calibri"/>
                </a:endParaRPr>
              </a:p>
            </p:txBody>
          </p:sp>
          <p:sp>
            <p:nvSpPr>
              <p:cNvPr id="126" name="Google Shape;126;p1"/>
              <p:cNvSpPr/>
              <p:nvPr/>
            </p:nvSpPr>
            <p:spPr>
              <a:xfrm>
                <a:off x="2274652" y="4892040"/>
                <a:ext cx="1221775" cy="264216"/>
              </a:xfrm>
              <a:prstGeom prst="roundRect">
                <a:avLst>
                  <a:gd fmla="val 50000" name="adj"/>
                </a:avLst>
              </a:prstGeom>
              <a:solidFill>
                <a:srgbClr val="9965F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ko-KR" sz="1000" u="none" cap="none" strike="noStrike">
                    <a:solidFill>
                      <a:schemeClr val="lt1"/>
                    </a:solidFill>
                    <a:latin typeface="Calibri"/>
                    <a:ea typeface="Calibri"/>
                    <a:cs typeface="Calibri"/>
                    <a:sym typeface="Calibri"/>
                  </a:rPr>
                  <a:t>단계명(분)  or  차시</a:t>
                </a:r>
                <a:endParaRPr b="0" i="0" sz="1400" u="none" cap="none" strike="noStrike">
                  <a:solidFill>
                    <a:srgbClr val="000000"/>
                  </a:solidFill>
                  <a:latin typeface="Arial"/>
                  <a:ea typeface="Arial"/>
                  <a:cs typeface="Arial"/>
                  <a:sym typeface="Arial"/>
                </a:endParaRPr>
              </a:p>
            </p:txBody>
          </p:sp>
        </p:grpSp>
      </p:grpSp>
      <p:grpSp>
        <p:nvGrpSpPr>
          <p:cNvPr id="127" name="Google Shape;127;p1"/>
          <p:cNvGrpSpPr/>
          <p:nvPr/>
        </p:nvGrpSpPr>
        <p:grpSpPr>
          <a:xfrm>
            <a:off x="3765801" y="2798645"/>
            <a:ext cx="1872848" cy="2513378"/>
            <a:chOff x="936703" y="4046957"/>
            <a:chExt cx="1721096" cy="2513378"/>
          </a:xfrm>
        </p:grpSpPr>
        <p:sp>
          <p:nvSpPr>
            <p:cNvPr id="128" name="Google Shape;128;p1"/>
            <p:cNvSpPr/>
            <p:nvPr/>
          </p:nvSpPr>
          <p:spPr>
            <a:xfrm>
              <a:off x="936704" y="5893609"/>
              <a:ext cx="1721095" cy="666726"/>
            </a:xfrm>
            <a:prstGeom prst="roundRect">
              <a:avLst>
                <a:gd fmla="val 6381" name="adj"/>
              </a:avLst>
            </a:prstGeom>
            <a:solidFill>
              <a:srgbClr val="E0F8F6"/>
            </a:solidFill>
            <a:ln cap="flat" cmpd="sng" w="12700">
              <a:solidFill>
                <a:srgbClr val="29B6AA"/>
              </a:solidFill>
              <a:prstDash val="solid"/>
              <a:miter lim="80"/>
              <a:headEnd len="sm" w="sm" type="none"/>
              <a:tailEnd len="sm" w="sm" type="none"/>
            </a:ln>
          </p:spPr>
          <p:txBody>
            <a:bodyPr anchorCtr="0" anchor="ctr" bIns="0" lIns="0" spcFirstLastPara="1" rIns="0" wrap="square" tIns="0">
              <a:noAutofit/>
            </a:bodyPr>
            <a:lstStyle/>
            <a:p>
              <a:pPr indent="0" lvl="0" marL="85725" marR="0" rtl="0" algn="l">
                <a:lnSpc>
                  <a:spcPct val="110000"/>
                </a:lnSpc>
                <a:spcBef>
                  <a:spcPts val="0"/>
                </a:spcBef>
                <a:spcAft>
                  <a:spcPts val="0"/>
                </a:spcAft>
                <a:buClr>
                  <a:srgbClr val="000000"/>
                </a:buClr>
                <a:buSzPts val="1000"/>
                <a:buFont typeface="Arial"/>
                <a:buNone/>
              </a:pPr>
              <a:r>
                <a:rPr b="1" i="0" lang="ko-KR" sz="1000" u="none" cap="none" strike="noStrike">
                  <a:solidFill>
                    <a:schemeClr val="dk1"/>
                  </a:solidFill>
                  <a:latin typeface="Calibri"/>
                  <a:ea typeface="Calibri"/>
                  <a:cs typeface="Calibri"/>
                  <a:sym typeface="Calibri"/>
                </a:rPr>
                <a:t>도구: </a:t>
              </a:r>
              <a:endParaRPr b="0" i="0" sz="1400" u="none" cap="none" strike="noStrike">
                <a:solidFill>
                  <a:srgbClr val="000000"/>
                </a:solidFill>
                <a:latin typeface="Arial"/>
                <a:ea typeface="Arial"/>
                <a:cs typeface="Arial"/>
                <a:sym typeface="Arial"/>
              </a:endParaRPr>
            </a:p>
            <a:p>
              <a:pPr indent="0" lvl="0" marL="85725" marR="0" rtl="0" algn="l">
                <a:lnSpc>
                  <a:spcPct val="110000"/>
                </a:lnSpc>
                <a:spcBef>
                  <a:spcPts val="0"/>
                </a:spcBef>
                <a:spcAft>
                  <a:spcPts val="0"/>
                </a:spcAft>
                <a:buClr>
                  <a:srgbClr val="000000"/>
                </a:buClr>
                <a:buSzPts val="1000"/>
                <a:buFont typeface="Arial"/>
                <a:buNone/>
              </a:pPr>
              <a:r>
                <a:rPr b="1" i="0" lang="ko-KR" sz="1000" u="none" cap="none" strike="noStrike">
                  <a:solidFill>
                    <a:schemeClr val="dk1"/>
                  </a:solidFill>
                  <a:latin typeface="Calibri"/>
                  <a:ea typeface="Calibri"/>
                  <a:cs typeface="Calibri"/>
                  <a:sym typeface="Calibri"/>
                </a:rPr>
                <a:t>역할: </a:t>
              </a:r>
              <a:endParaRPr b="1" i="0" sz="1000" u="none" cap="none" strike="noStrike">
                <a:solidFill>
                  <a:schemeClr val="dk1"/>
                </a:solidFill>
                <a:latin typeface="Calibri"/>
                <a:ea typeface="Calibri"/>
                <a:cs typeface="Calibri"/>
                <a:sym typeface="Calibri"/>
              </a:endParaRPr>
            </a:p>
          </p:txBody>
        </p:sp>
        <p:grpSp>
          <p:nvGrpSpPr>
            <p:cNvPr id="129" name="Google Shape;129;p1"/>
            <p:cNvGrpSpPr/>
            <p:nvPr/>
          </p:nvGrpSpPr>
          <p:grpSpPr>
            <a:xfrm>
              <a:off x="936703" y="4046957"/>
              <a:ext cx="1721096" cy="1778544"/>
              <a:chOff x="2194117" y="4892040"/>
              <a:chExt cx="1381578" cy="1778544"/>
            </a:xfrm>
          </p:grpSpPr>
          <p:sp>
            <p:nvSpPr>
              <p:cNvPr id="118" name="Google Shape;118;p1"/>
              <p:cNvSpPr/>
              <p:nvPr/>
            </p:nvSpPr>
            <p:spPr>
              <a:xfrm>
                <a:off x="2194117" y="5023389"/>
                <a:ext cx="1381578" cy="1647195"/>
              </a:xfrm>
              <a:prstGeom prst="roundRect">
                <a:avLst>
                  <a:gd fmla="val 5951" name="adj"/>
                </a:avLst>
              </a:prstGeom>
              <a:solidFill>
                <a:schemeClr val="lt1"/>
              </a:solidFill>
              <a:ln cap="flat" cmpd="sng" w="19050">
                <a:solidFill>
                  <a:srgbClr val="29B6AA"/>
                </a:solidFill>
                <a:prstDash val="solid"/>
                <a:miter lim="80"/>
                <a:headEnd len="sm" w="sm" type="none"/>
                <a:tailEnd len="sm" w="sm" type="none"/>
              </a:ln>
            </p:spPr>
            <p:txBody>
              <a:bodyPr anchorCtr="0" anchor="t" bIns="0" lIns="0" spcFirstLastPara="1" rIns="0" wrap="square" tIns="144000">
                <a:noAutofit/>
              </a:bodyPr>
              <a:lstStyle/>
              <a:p>
                <a:pPr indent="0" lvl="0" marL="0" marR="0" rtl="0" algn="ctr">
                  <a:lnSpc>
                    <a:spcPct val="130000"/>
                  </a:lnSpc>
                  <a:spcBef>
                    <a:spcPts val="0"/>
                  </a:spcBef>
                  <a:spcAft>
                    <a:spcPts val="0"/>
                  </a:spcAft>
                  <a:buClr>
                    <a:srgbClr val="000000"/>
                  </a:buClr>
                  <a:buSzPts val="1000"/>
                  <a:buFont typeface="Arial"/>
                  <a:buNone/>
                </a:pPr>
                <a:r>
                  <a:rPr b="1" i="0" lang="ko-KR" sz="1000" u="none" cap="none" strike="noStrike">
                    <a:solidFill>
                      <a:schemeClr val="dk1"/>
                    </a:solidFill>
                    <a:latin typeface="Calibri"/>
                    <a:ea typeface="Calibri"/>
                    <a:cs typeface="Calibri"/>
                    <a:sym typeface="Calibri"/>
                  </a:rPr>
                  <a:t>활동제목</a:t>
                </a:r>
                <a:endParaRPr b="1" i="0" sz="10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000000"/>
                  </a:buClr>
                  <a:buSzPts val="1000"/>
                  <a:buFont typeface="Arial"/>
                  <a:buNone/>
                </a:pPr>
                <a:r>
                  <a:rPr b="0" i="0" lang="ko-KR" sz="1000" u="none" cap="none" strike="noStrike">
                    <a:solidFill>
                      <a:schemeClr val="dk1"/>
                    </a:solidFill>
                    <a:latin typeface="Calibri"/>
                    <a:ea typeface="Calibri"/>
                    <a:cs typeface="Calibri"/>
                    <a:sym typeface="Calibri"/>
                  </a:rPr>
                  <a:t> ▪ 교사 활동</a:t>
                </a:r>
                <a:endParaRPr b="0" i="0" sz="10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000000"/>
                  </a:buClr>
                  <a:buSzPts val="1000"/>
                  <a:buFont typeface="Arial"/>
                  <a:buNone/>
                </a:pPr>
                <a:r>
                  <a:rPr b="0" i="0" lang="ko-KR" sz="1000" u="none" cap="none" strike="noStrike">
                    <a:solidFill>
                      <a:schemeClr val="dk1"/>
                    </a:solidFill>
                    <a:latin typeface="Calibri"/>
                    <a:ea typeface="Calibri"/>
                    <a:cs typeface="Calibri"/>
                    <a:sym typeface="Calibri"/>
                  </a:rPr>
                  <a:t>   - 학생 활동</a:t>
                </a:r>
                <a:endParaRPr b="0" i="0" sz="10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000000"/>
                  </a:buClr>
                  <a:buSzPts val="1000"/>
                  <a:buFont typeface="Arial"/>
                  <a:buNone/>
                </a:pPr>
                <a:r>
                  <a:rPr b="0" i="0" lang="ko-KR" sz="1000" u="none" cap="none" strike="noStrike">
                    <a:solidFill>
                      <a:schemeClr val="dk1"/>
                    </a:solidFill>
                    <a:latin typeface="Calibri"/>
                    <a:ea typeface="Calibri"/>
                    <a:cs typeface="Calibri"/>
                    <a:sym typeface="Calibri"/>
                  </a:rPr>
                  <a:t> - 학생 활동</a:t>
                </a:r>
                <a:endParaRPr b="0" i="0" sz="10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000000"/>
                  </a:buClr>
                  <a:buSzPts val="1000"/>
                  <a:buFont typeface="Arial"/>
                  <a:buNone/>
                </a:pPr>
                <a:r>
                  <a:rPr b="0" i="0" lang="ko-KR" sz="1000" u="none" cap="none" strike="noStrike">
                    <a:solidFill>
                      <a:schemeClr val="dk1"/>
                    </a:solidFill>
                    <a:latin typeface="Calibri"/>
                    <a:ea typeface="Calibri"/>
                    <a:cs typeface="Calibri"/>
                    <a:sym typeface="Calibri"/>
                  </a:rPr>
                  <a:t> ▪ 교사 활동</a:t>
                </a:r>
                <a:endParaRPr b="0" i="0" sz="10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000000"/>
                  </a:buClr>
                  <a:buSzPts val="1000"/>
                  <a:buFont typeface="Arial"/>
                  <a:buNone/>
                </a:pPr>
                <a:r>
                  <a:rPr b="0" i="0" lang="ko-KR" sz="1000" u="none" cap="none" strike="noStrike">
                    <a:solidFill>
                      <a:schemeClr val="dk1"/>
                    </a:solidFill>
                    <a:latin typeface="Calibri"/>
                    <a:ea typeface="Calibri"/>
                    <a:cs typeface="Calibri"/>
                    <a:sym typeface="Calibri"/>
                  </a:rPr>
                  <a:t>   - 학생 활동</a:t>
                </a:r>
                <a:endParaRPr b="0" i="0" sz="10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000000"/>
                  </a:buClr>
                  <a:buSzPts val="1000"/>
                  <a:buFont typeface="Arial"/>
                  <a:buNone/>
                </a:pPr>
                <a:r>
                  <a:rPr b="0" i="0" lang="ko-KR" sz="1000" u="none" cap="none" strike="noStrike">
                    <a:solidFill>
                      <a:schemeClr val="dk1"/>
                    </a:solidFill>
                    <a:latin typeface="Calibri"/>
                    <a:ea typeface="Calibri"/>
                    <a:cs typeface="Calibri"/>
                    <a:sym typeface="Calibri"/>
                  </a:rPr>
                  <a:t>   - 학생 활동</a:t>
                </a:r>
                <a:endParaRPr b="0" i="0" sz="1000" u="none" cap="none" strike="noStrike">
                  <a:solidFill>
                    <a:schemeClr val="dk1"/>
                  </a:solidFill>
                  <a:latin typeface="Calibri"/>
                  <a:ea typeface="Calibri"/>
                  <a:cs typeface="Calibri"/>
                  <a:sym typeface="Calibri"/>
                </a:endParaRPr>
              </a:p>
            </p:txBody>
          </p:sp>
          <p:sp>
            <p:nvSpPr>
              <p:cNvPr id="130" name="Google Shape;130;p1"/>
              <p:cNvSpPr/>
              <p:nvPr/>
            </p:nvSpPr>
            <p:spPr>
              <a:xfrm>
                <a:off x="2274652" y="4892040"/>
                <a:ext cx="1221775" cy="264216"/>
              </a:xfrm>
              <a:prstGeom prst="roundRect">
                <a:avLst>
                  <a:gd fmla="val 50000" name="adj"/>
                </a:avLst>
              </a:prstGeom>
              <a:solidFill>
                <a:srgbClr val="29B6A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ko-KR" sz="1000" u="none" cap="none" strike="noStrike">
                    <a:solidFill>
                      <a:schemeClr val="lt1"/>
                    </a:solidFill>
                    <a:latin typeface="Calibri"/>
                    <a:ea typeface="Calibri"/>
                    <a:cs typeface="Calibri"/>
                    <a:sym typeface="Calibri"/>
                  </a:rPr>
                  <a:t>단계명(분)  or  차시</a:t>
                </a:r>
                <a:endParaRPr b="0" i="0" sz="1400" u="none" cap="none" strike="noStrike">
                  <a:solidFill>
                    <a:srgbClr val="000000"/>
                  </a:solidFill>
                  <a:latin typeface="Arial"/>
                  <a:ea typeface="Arial"/>
                  <a:cs typeface="Arial"/>
                  <a:sym typeface="Arial"/>
                </a:endParaRPr>
              </a:p>
            </p:txBody>
          </p:sp>
        </p:grpSp>
      </p:grpSp>
      <p:grpSp>
        <p:nvGrpSpPr>
          <p:cNvPr id="131" name="Google Shape;131;p1"/>
          <p:cNvGrpSpPr/>
          <p:nvPr/>
        </p:nvGrpSpPr>
        <p:grpSpPr>
          <a:xfrm>
            <a:off x="9950025" y="3032612"/>
            <a:ext cx="1872848" cy="1994230"/>
            <a:chOff x="936703" y="4046957"/>
            <a:chExt cx="1721096" cy="1994230"/>
          </a:xfrm>
        </p:grpSpPr>
        <p:sp>
          <p:nvSpPr>
            <p:cNvPr id="132" name="Google Shape;132;p1"/>
            <p:cNvSpPr/>
            <p:nvPr/>
          </p:nvSpPr>
          <p:spPr>
            <a:xfrm>
              <a:off x="936704" y="5374461"/>
              <a:ext cx="1721095" cy="666726"/>
            </a:xfrm>
            <a:prstGeom prst="roundRect">
              <a:avLst>
                <a:gd fmla="val 6381" name="adj"/>
              </a:avLst>
            </a:prstGeom>
            <a:solidFill>
              <a:srgbClr val="FFF3F4"/>
            </a:solidFill>
            <a:ln cap="flat" cmpd="sng" w="12700">
              <a:solidFill>
                <a:srgbClr val="FF5364"/>
              </a:solidFill>
              <a:prstDash val="solid"/>
              <a:miter lim="80"/>
              <a:headEnd len="sm" w="sm" type="none"/>
              <a:tailEnd len="sm" w="sm" type="none"/>
            </a:ln>
          </p:spPr>
          <p:txBody>
            <a:bodyPr anchorCtr="0" anchor="ctr" bIns="0" lIns="0" spcFirstLastPara="1" rIns="0" wrap="square" tIns="0">
              <a:noAutofit/>
            </a:bodyPr>
            <a:lstStyle/>
            <a:p>
              <a:pPr indent="0" lvl="0" marL="85725" marR="0" rtl="0" algn="l">
                <a:lnSpc>
                  <a:spcPct val="110000"/>
                </a:lnSpc>
                <a:spcBef>
                  <a:spcPts val="0"/>
                </a:spcBef>
                <a:spcAft>
                  <a:spcPts val="0"/>
                </a:spcAft>
                <a:buClr>
                  <a:srgbClr val="000000"/>
                </a:buClr>
                <a:buSzPts val="1000"/>
                <a:buFont typeface="Arial"/>
                <a:buNone/>
              </a:pPr>
              <a:r>
                <a:rPr b="1" i="0" lang="ko-KR" sz="1000" u="none" cap="none" strike="noStrike">
                  <a:solidFill>
                    <a:schemeClr val="dk1"/>
                  </a:solidFill>
                  <a:latin typeface="Calibri"/>
                  <a:ea typeface="Calibri"/>
                  <a:cs typeface="Calibri"/>
                  <a:sym typeface="Calibri"/>
                </a:rPr>
                <a:t>도구: </a:t>
              </a:r>
              <a:endParaRPr b="0" i="0" sz="1400" u="none" cap="none" strike="noStrike">
                <a:solidFill>
                  <a:srgbClr val="000000"/>
                </a:solidFill>
                <a:latin typeface="Arial"/>
                <a:ea typeface="Arial"/>
                <a:cs typeface="Arial"/>
                <a:sym typeface="Arial"/>
              </a:endParaRPr>
            </a:p>
            <a:p>
              <a:pPr indent="0" lvl="0" marL="85725" marR="0" rtl="0" algn="l">
                <a:lnSpc>
                  <a:spcPct val="110000"/>
                </a:lnSpc>
                <a:spcBef>
                  <a:spcPts val="0"/>
                </a:spcBef>
                <a:spcAft>
                  <a:spcPts val="0"/>
                </a:spcAft>
                <a:buClr>
                  <a:srgbClr val="000000"/>
                </a:buClr>
                <a:buSzPts val="1000"/>
                <a:buFont typeface="Arial"/>
                <a:buNone/>
              </a:pPr>
              <a:r>
                <a:rPr b="1" i="0" lang="ko-KR" sz="1000" u="none" cap="none" strike="noStrike">
                  <a:solidFill>
                    <a:schemeClr val="dk1"/>
                  </a:solidFill>
                  <a:latin typeface="Calibri"/>
                  <a:ea typeface="Calibri"/>
                  <a:cs typeface="Calibri"/>
                  <a:sym typeface="Calibri"/>
                </a:rPr>
                <a:t>역할: </a:t>
              </a:r>
              <a:endParaRPr b="1" i="0" sz="1000" u="none" cap="none" strike="noStrike">
                <a:solidFill>
                  <a:schemeClr val="dk1"/>
                </a:solidFill>
                <a:latin typeface="Calibri"/>
                <a:ea typeface="Calibri"/>
                <a:cs typeface="Calibri"/>
                <a:sym typeface="Calibri"/>
              </a:endParaRPr>
            </a:p>
          </p:txBody>
        </p:sp>
        <p:grpSp>
          <p:nvGrpSpPr>
            <p:cNvPr id="133" name="Google Shape;133;p1"/>
            <p:cNvGrpSpPr/>
            <p:nvPr/>
          </p:nvGrpSpPr>
          <p:grpSpPr>
            <a:xfrm>
              <a:off x="936703" y="4046957"/>
              <a:ext cx="1721096" cy="1257204"/>
              <a:chOff x="2194117" y="4892040"/>
              <a:chExt cx="1381578" cy="1257204"/>
            </a:xfrm>
          </p:grpSpPr>
          <p:sp>
            <p:nvSpPr>
              <p:cNvPr id="122" name="Google Shape;122;p1"/>
              <p:cNvSpPr/>
              <p:nvPr/>
            </p:nvSpPr>
            <p:spPr>
              <a:xfrm>
                <a:off x="2194117" y="5023389"/>
                <a:ext cx="1381578" cy="1125855"/>
              </a:xfrm>
              <a:prstGeom prst="roundRect">
                <a:avLst>
                  <a:gd fmla="val 5951" name="adj"/>
                </a:avLst>
              </a:prstGeom>
              <a:solidFill>
                <a:schemeClr val="lt1"/>
              </a:solidFill>
              <a:ln cap="flat" cmpd="sng" w="19050">
                <a:solidFill>
                  <a:srgbClr val="FF5364"/>
                </a:solidFill>
                <a:prstDash val="solid"/>
                <a:miter lim="80"/>
                <a:headEnd len="sm" w="sm" type="none"/>
                <a:tailEnd len="sm" w="sm" type="none"/>
              </a:ln>
            </p:spPr>
            <p:txBody>
              <a:bodyPr anchorCtr="0" anchor="t" bIns="0" lIns="0" spcFirstLastPara="1" rIns="0" wrap="square" tIns="144000">
                <a:noAutofit/>
              </a:bodyPr>
              <a:lstStyle/>
              <a:p>
                <a:pPr indent="0" lvl="0" marL="0" marR="0" rtl="0" algn="ctr">
                  <a:lnSpc>
                    <a:spcPct val="130000"/>
                  </a:lnSpc>
                  <a:spcBef>
                    <a:spcPts val="0"/>
                  </a:spcBef>
                  <a:spcAft>
                    <a:spcPts val="0"/>
                  </a:spcAft>
                  <a:buClr>
                    <a:srgbClr val="000000"/>
                  </a:buClr>
                  <a:buSzPts val="1000"/>
                  <a:buFont typeface="Arial"/>
                  <a:buNone/>
                </a:pPr>
                <a:r>
                  <a:rPr b="1" i="0" lang="ko-KR" sz="1000" u="none" cap="none" strike="noStrike">
                    <a:solidFill>
                      <a:schemeClr val="dk1"/>
                    </a:solidFill>
                    <a:latin typeface="Calibri"/>
                    <a:ea typeface="Calibri"/>
                    <a:cs typeface="Calibri"/>
                    <a:sym typeface="Calibri"/>
                  </a:rPr>
                  <a:t>활동제목</a:t>
                </a:r>
                <a:endParaRPr b="1" i="0" sz="10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000000"/>
                  </a:buClr>
                  <a:buSzPts val="1000"/>
                  <a:buFont typeface="Arial"/>
                  <a:buNone/>
                </a:pPr>
                <a:r>
                  <a:rPr b="0" i="0" lang="ko-KR" sz="1000" u="none" cap="none" strike="noStrike">
                    <a:solidFill>
                      <a:schemeClr val="dk1"/>
                    </a:solidFill>
                    <a:latin typeface="Calibri"/>
                    <a:ea typeface="Calibri"/>
                    <a:cs typeface="Calibri"/>
                    <a:sym typeface="Calibri"/>
                  </a:rPr>
                  <a:t> ▪ 교사 활동</a:t>
                </a:r>
                <a:endParaRPr b="0" i="0" sz="10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000000"/>
                  </a:buClr>
                  <a:buSzPts val="1000"/>
                  <a:buFont typeface="Arial"/>
                  <a:buNone/>
                </a:pPr>
                <a:r>
                  <a:rPr b="0" i="0" lang="ko-KR" sz="1000" u="none" cap="none" strike="noStrike">
                    <a:solidFill>
                      <a:schemeClr val="dk1"/>
                    </a:solidFill>
                    <a:latin typeface="Calibri"/>
                    <a:ea typeface="Calibri"/>
                    <a:cs typeface="Calibri"/>
                    <a:sym typeface="Calibri"/>
                  </a:rPr>
                  <a:t>   - 학생 활동</a:t>
                </a:r>
                <a:endParaRPr b="0" i="0" sz="10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000000"/>
                  </a:buClr>
                  <a:buSzPts val="1000"/>
                  <a:buFont typeface="Arial"/>
                  <a:buNone/>
                </a:pPr>
                <a:r>
                  <a:rPr b="0" i="0" lang="ko-KR" sz="1000" u="none" cap="none" strike="noStrike">
                    <a:solidFill>
                      <a:schemeClr val="dk1"/>
                    </a:solidFill>
                    <a:latin typeface="Calibri"/>
                    <a:ea typeface="Calibri"/>
                    <a:cs typeface="Calibri"/>
                    <a:sym typeface="Calibri"/>
                  </a:rPr>
                  <a:t>   - 학생 활동</a:t>
                </a:r>
                <a:endParaRPr b="0" i="0" sz="1000" u="none" cap="none" strike="noStrike">
                  <a:solidFill>
                    <a:schemeClr val="dk1"/>
                  </a:solidFill>
                  <a:latin typeface="Calibri"/>
                  <a:ea typeface="Calibri"/>
                  <a:cs typeface="Calibri"/>
                  <a:sym typeface="Calibri"/>
                </a:endParaRPr>
              </a:p>
            </p:txBody>
          </p:sp>
          <p:sp>
            <p:nvSpPr>
              <p:cNvPr id="134" name="Google Shape;134;p1"/>
              <p:cNvSpPr/>
              <p:nvPr/>
            </p:nvSpPr>
            <p:spPr>
              <a:xfrm>
                <a:off x="2274652" y="4892040"/>
                <a:ext cx="1221775" cy="264216"/>
              </a:xfrm>
              <a:prstGeom prst="roundRect">
                <a:avLst>
                  <a:gd fmla="val 50000" name="adj"/>
                </a:avLst>
              </a:prstGeom>
              <a:solidFill>
                <a:srgbClr val="FF536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ko-KR" sz="1000" u="none" cap="none" strike="noStrike">
                    <a:solidFill>
                      <a:schemeClr val="lt1"/>
                    </a:solidFill>
                    <a:latin typeface="Calibri"/>
                    <a:ea typeface="Calibri"/>
                    <a:cs typeface="Calibri"/>
                    <a:sym typeface="Calibri"/>
                  </a:rPr>
                  <a:t>단계명(분)  or  차시</a:t>
                </a:r>
                <a:endParaRPr b="0" i="0" sz="1400" u="none" cap="none" strike="noStrike">
                  <a:solidFill>
                    <a:srgbClr val="000000"/>
                  </a:solidFill>
                  <a:latin typeface="Arial"/>
                  <a:ea typeface="Arial"/>
                  <a:cs typeface="Arial"/>
                  <a:sym typeface="Arial"/>
                </a:endParaRPr>
              </a:p>
            </p:txBody>
          </p:sp>
        </p:grpSp>
      </p:grpSp>
      <p:grpSp>
        <p:nvGrpSpPr>
          <p:cNvPr id="135" name="Google Shape;135;p1"/>
          <p:cNvGrpSpPr/>
          <p:nvPr/>
        </p:nvGrpSpPr>
        <p:grpSpPr>
          <a:xfrm>
            <a:off x="6750319" y="3817755"/>
            <a:ext cx="1872848" cy="2513378"/>
            <a:chOff x="936703" y="4046957"/>
            <a:chExt cx="1721096" cy="2513378"/>
          </a:xfrm>
        </p:grpSpPr>
        <p:sp>
          <p:nvSpPr>
            <p:cNvPr id="136" name="Google Shape;136;p1"/>
            <p:cNvSpPr/>
            <p:nvPr/>
          </p:nvSpPr>
          <p:spPr>
            <a:xfrm>
              <a:off x="936704" y="5893609"/>
              <a:ext cx="1721095" cy="666726"/>
            </a:xfrm>
            <a:prstGeom prst="roundRect">
              <a:avLst>
                <a:gd fmla="val 6381" name="adj"/>
              </a:avLst>
            </a:prstGeom>
            <a:solidFill>
              <a:srgbClr val="FFF7DD"/>
            </a:solidFill>
            <a:ln cap="flat" cmpd="sng" w="12700">
              <a:solidFill>
                <a:srgbClr val="FFC000"/>
              </a:solidFill>
              <a:prstDash val="solid"/>
              <a:miter lim="80"/>
              <a:headEnd len="sm" w="sm" type="none"/>
              <a:tailEnd len="sm" w="sm" type="none"/>
            </a:ln>
          </p:spPr>
          <p:txBody>
            <a:bodyPr anchorCtr="0" anchor="ctr" bIns="0" lIns="0" spcFirstLastPara="1" rIns="0" wrap="square" tIns="0">
              <a:noAutofit/>
            </a:bodyPr>
            <a:lstStyle/>
            <a:p>
              <a:pPr indent="0" lvl="0" marL="85725" marR="0" rtl="0" algn="l">
                <a:lnSpc>
                  <a:spcPct val="110000"/>
                </a:lnSpc>
                <a:spcBef>
                  <a:spcPts val="0"/>
                </a:spcBef>
                <a:spcAft>
                  <a:spcPts val="0"/>
                </a:spcAft>
                <a:buClr>
                  <a:srgbClr val="000000"/>
                </a:buClr>
                <a:buSzPts val="1000"/>
                <a:buFont typeface="Arial"/>
                <a:buNone/>
              </a:pPr>
              <a:r>
                <a:rPr b="1" i="0" lang="ko-KR" sz="1000" u="none" cap="none" strike="noStrike">
                  <a:solidFill>
                    <a:schemeClr val="dk1"/>
                  </a:solidFill>
                  <a:latin typeface="Calibri"/>
                  <a:ea typeface="Calibri"/>
                  <a:cs typeface="Calibri"/>
                  <a:sym typeface="Calibri"/>
                </a:rPr>
                <a:t>도구: </a:t>
              </a:r>
              <a:endParaRPr b="0" i="0" sz="1400" u="none" cap="none" strike="noStrike">
                <a:solidFill>
                  <a:srgbClr val="000000"/>
                </a:solidFill>
                <a:latin typeface="Arial"/>
                <a:ea typeface="Arial"/>
                <a:cs typeface="Arial"/>
                <a:sym typeface="Arial"/>
              </a:endParaRPr>
            </a:p>
            <a:p>
              <a:pPr indent="0" lvl="0" marL="85725" marR="0" rtl="0" algn="l">
                <a:lnSpc>
                  <a:spcPct val="110000"/>
                </a:lnSpc>
                <a:spcBef>
                  <a:spcPts val="0"/>
                </a:spcBef>
                <a:spcAft>
                  <a:spcPts val="0"/>
                </a:spcAft>
                <a:buClr>
                  <a:srgbClr val="000000"/>
                </a:buClr>
                <a:buSzPts val="1000"/>
                <a:buFont typeface="Arial"/>
                <a:buNone/>
              </a:pPr>
              <a:r>
                <a:rPr b="1" i="0" lang="ko-KR" sz="1000" u="none" cap="none" strike="noStrike">
                  <a:solidFill>
                    <a:schemeClr val="dk1"/>
                  </a:solidFill>
                  <a:latin typeface="Calibri"/>
                  <a:ea typeface="Calibri"/>
                  <a:cs typeface="Calibri"/>
                  <a:sym typeface="Calibri"/>
                </a:rPr>
                <a:t>역할: </a:t>
              </a:r>
              <a:endParaRPr b="1" i="0" sz="1000" u="none" cap="none" strike="noStrike">
                <a:solidFill>
                  <a:schemeClr val="dk1"/>
                </a:solidFill>
                <a:latin typeface="Calibri"/>
                <a:ea typeface="Calibri"/>
                <a:cs typeface="Calibri"/>
                <a:sym typeface="Calibri"/>
              </a:endParaRPr>
            </a:p>
          </p:txBody>
        </p:sp>
        <p:grpSp>
          <p:nvGrpSpPr>
            <p:cNvPr id="137" name="Google Shape;137;p1"/>
            <p:cNvGrpSpPr/>
            <p:nvPr/>
          </p:nvGrpSpPr>
          <p:grpSpPr>
            <a:xfrm>
              <a:off x="936703" y="4046957"/>
              <a:ext cx="1721096" cy="1778544"/>
              <a:chOff x="2194117" y="4892040"/>
              <a:chExt cx="1381578" cy="1778544"/>
            </a:xfrm>
          </p:grpSpPr>
          <p:sp>
            <p:nvSpPr>
              <p:cNvPr id="120" name="Google Shape;120;p1"/>
              <p:cNvSpPr/>
              <p:nvPr/>
            </p:nvSpPr>
            <p:spPr>
              <a:xfrm>
                <a:off x="2194117" y="5023389"/>
                <a:ext cx="1381578" cy="1647195"/>
              </a:xfrm>
              <a:prstGeom prst="roundRect">
                <a:avLst>
                  <a:gd fmla="val 5951" name="adj"/>
                </a:avLst>
              </a:prstGeom>
              <a:solidFill>
                <a:schemeClr val="lt1"/>
              </a:solidFill>
              <a:ln cap="flat" cmpd="sng" w="19050">
                <a:solidFill>
                  <a:srgbClr val="FFC000"/>
                </a:solidFill>
                <a:prstDash val="solid"/>
                <a:miter lim="80"/>
                <a:headEnd len="sm" w="sm" type="none"/>
                <a:tailEnd len="sm" w="sm" type="none"/>
              </a:ln>
            </p:spPr>
            <p:txBody>
              <a:bodyPr anchorCtr="0" anchor="t" bIns="0" lIns="0" spcFirstLastPara="1" rIns="0" wrap="square" tIns="144000">
                <a:noAutofit/>
              </a:bodyPr>
              <a:lstStyle/>
              <a:p>
                <a:pPr indent="0" lvl="0" marL="0" marR="0" rtl="0" algn="ctr">
                  <a:lnSpc>
                    <a:spcPct val="130000"/>
                  </a:lnSpc>
                  <a:spcBef>
                    <a:spcPts val="0"/>
                  </a:spcBef>
                  <a:spcAft>
                    <a:spcPts val="0"/>
                  </a:spcAft>
                  <a:buClr>
                    <a:srgbClr val="000000"/>
                  </a:buClr>
                  <a:buSzPts val="1000"/>
                  <a:buFont typeface="Arial"/>
                  <a:buNone/>
                </a:pPr>
                <a:r>
                  <a:rPr b="1" i="0" lang="ko-KR" sz="1000" u="none" cap="none" strike="noStrike">
                    <a:solidFill>
                      <a:schemeClr val="dk1"/>
                    </a:solidFill>
                    <a:latin typeface="Calibri"/>
                    <a:ea typeface="Calibri"/>
                    <a:cs typeface="Calibri"/>
                    <a:sym typeface="Calibri"/>
                  </a:rPr>
                  <a:t>활동제목</a:t>
                </a:r>
                <a:endParaRPr b="1" i="0" sz="10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000000"/>
                  </a:buClr>
                  <a:buSzPts val="1000"/>
                  <a:buFont typeface="Arial"/>
                  <a:buNone/>
                </a:pPr>
                <a:r>
                  <a:rPr b="0" i="0" lang="ko-KR" sz="1000" u="none" cap="none" strike="noStrike">
                    <a:solidFill>
                      <a:schemeClr val="dk1"/>
                    </a:solidFill>
                    <a:latin typeface="Calibri"/>
                    <a:ea typeface="Calibri"/>
                    <a:cs typeface="Calibri"/>
                    <a:sym typeface="Calibri"/>
                  </a:rPr>
                  <a:t> ▪ 교사 활동</a:t>
                </a:r>
                <a:endParaRPr b="0" i="0" sz="10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000000"/>
                  </a:buClr>
                  <a:buSzPts val="1000"/>
                  <a:buFont typeface="Arial"/>
                  <a:buNone/>
                </a:pPr>
                <a:r>
                  <a:rPr b="0" i="0" lang="ko-KR" sz="1000" u="none" cap="none" strike="noStrike">
                    <a:solidFill>
                      <a:schemeClr val="dk1"/>
                    </a:solidFill>
                    <a:latin typeface="Calibri"/>
                    <a:ea typeface="Calibri"/>
                    <a:cs typeface="Calibri"/>
                    <a:sym typeface="Calibri"/>
                  </a:rPr>
                  <a:t>   - 학생 활동</a:t>
                </a:r>
                <a:endParaRPr b="0" i="0" sz="10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000000"/>
                  </a:buClr>
                  <a:buSzPts val="1000"/>
                  <a:buFont typeface="Arial"/>
                  <a:buNone/>
                </a:pPr>
                <a:r>
                  <a:rPr b="0" i="0" lang="ko-KR" sz="1000" u="none" cap="none" strike="noStrike">
                    <a:solidFill>
                      <a:schemeClr val="dk1"/>
                    </a:solidFill>
                    <a:latin typeface="Calibri"/>
                    <a:ea typeface="Calibri"/>
                    <a:cs typeface="Calibri"/>
                    <a:sym typeface="Calibri"/>
                  </a:rPr>
                  <a:t> - 학생 활동</a:t>
                </a:r>
                <a:endParaRPr b="0" i="0" sz="10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000000"/>
                  </a:buClr>
                  <a:buSzPts val="1000"/>
                  <a:buFont typeface="Arial"/>
                  <a:buNone/>
                </a:pPr>
                <a:r>
                  <a:rPr b="0" i="0" lang="ko-KR" sz="1000" u="none" cap="none" strike="noStrike">
                    <a:solidFill>
                      <a:schemeClr val="dk1"/>
                    </a:solidFill>
                    <a:latin typeface="Calibri"/>
                    <a:ea typeface="Calibri"/>
                    <a:cs typeface="Calibri"/>
                    <a:sym typeface="Calibri"/>
                  </a:rPr>
                  <a:t> ▪ 교사 활동</a:t>
                </a:r>
                <a:endParaRPr b="0" i="0" sz="10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000000"/>
                  </a:buClr>
                  <a:buSzPts val="1000"/>
                  <a:buFont typeface="Arial"/>
                  <a:buNone/>
                </a:pPr>
                <a:r>
                  <a:rPr b="0" i="0" lang="ko-KR" sz="1000" u="none" cap="none" strike="noStrike">
                    <a:solidFill>
                      <a:schemeClr val="dk1"/>
                    </a:solidFill>
                    <a:latin typeface="Calibri"/>
                    <a:ea typeface="Calibri"/>
                    <a:cs typeface="Calibri"/>
                    <a:sym typeface="Calibri"/>
                  </a:rPr>
                  <a:t>   - 학생 활동</a:t>
                </a:r>
                <a:endParaRPr b="0" i="0" sz="10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000000"/>
                  </a:buClr>
                  <a:buSzPts val="1000"/>
                  <a:buFont typeface="Arial"/>
                  <a:buNone/>
                </a:pPr>
                <a:r>
                  <a:rPr b="0" i="0" lang="ko-KR" sz="1000" u="none" cap="none" strike="noStrike">
                    <a:solidFill>
                      <a:schemeClr val="dk1"/>
                    </a:solidFill>
                    <a:latin typeface="Calibri"/>
                    <a:ea typeface="Calibri"/>
                    <a:cs typeface="Calibri"/>
                    <a:sym typeface="Calibri"/>
                  </a:rPr>
                  <a:t>   - 학생 활동</a:t>
                </a:r>
                <a:endParaRPr b="0" i="0" sz="1000" u="none" cap="none" strike="noStrike">
                  <a:solidFill>
                    <a:schemeClr val="dk1"/>
                  </a:solidFill>
                  <a:latin typeface="Calibri"/>
                  <a:ea typeface="Calibri"/>
                  <a:cs typeface="Calibri"/>
                  <a:sym typeface="Calibri"/>
                </a:endParaRPr>
              </a:p>
            </p:txBody>
          </p:sp>
          <p:sp>
            <p:nvSpPr>
              <p:cNvPr id="138" name="Google Shape;138;p1"/>
              <p:cNvSpPr/>
              <p:nvPr/>
            </p:nvSpPr>
            <p:spPr>
              <a:xfrm>
                <a:off x="2274652" y="4892040"/>
                <a:ext cx="1221775" cy="264216"/>
              </a:xfrm>
              <a:prstGeom prst="roundRect">
                <a:avLst>
                  <a:gd fmla="val 50000" name="adj"/>
                </a:avLst>
              </a:prstGeom>
              <a:solidFill>
                <a:srgbClr val="FFC0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ko-KR" sz="1000" u="none" cap="none" strike="noStrike">
                    <a:solidFill>
                      <a:schemeClr val="lt1"/>
                    </a:solidFill>
                    <a:latin typeface="Calibri"/>
                    <a:ea typeface="Calibri"/>
                    <a:cs typeface="Calibri"/>
                    <a:sym typeface="Calibri"/>
                  </a:rPr>
                  <a:t>단계명(분)  or  차시</a:t>
                </a:r>
                <a:endParaRPr b="0" i="0" sz="1400" u="none" cap="none" strike="noStrike">
                  <a:solidFill>
                    <a:srgbClr val="000000"/>
                  </a:solidFill>
                  <a:latin typeface="Arial"/>
                  <a:ea typeface="Arial"/>
                  <a:cs typeface="Arial"/>
                  <a:sym typeface="Arial"/>
                </a:endParaRPr>
              </a:p>
            </p:txBody>
          </p:sp>
        </p:grpSp>
      </p:grpSp>
      <p:grpSp>
        <p:nvGrpSpPr>
          <p:cNvPr id="139" name="Google Shape;139;p1"/>
          <p:cNvGrpSpPr/>
          <p:nvPr/>
        </p:nvGrpSpPr>
        <p:grpSpPr>
          <a:xfrm>
            <a:off x="347851" y="4582151"/>
            <a:ext cx="328286" cy="474517"/>
            <a:chOff x="347851" y="4186705"/>
            <a:chExt cx="328286" cy="474517"/>
          </a:xfrm>
        </p:grpSpPr>
        <p:pic>
          <p:nvPicPr>
            <p:cNvPr id="140" name="Google Shape;140;p1"/>
            <p:cNvPicPr preferRelativeResize="0"/>
            <p:nvPr/>
          </p:nvPicPr>
          <p:blipFill rotWithShape="1">
            <a:blip r:embed="rId3">
              <a:alphaModFix/>
            </a:blip>
            <a:srcRect b="0" l="0" r="0" t="0"/>
            <a:stretch/>
          </p:blipFill>
          <p:spPr>
            <a:xfrm>
              <a:off x="347851" y="4186705"/>
              <a:ext cx="328286" cy="328284"/>
            </a:xfrm>
            <a:prstGeom prst="rect">
              <a:avLst/>
            </a:prstGeom>
            <a:noFill/>
            <a:ln>
              <a:noFill/>
            </a:ln>
          </p:spPr>
        </p:pic>
        <p:sp>
          <p:nvSpPr>
            <p:cNvPr id="141" name="Google Shape;141;p1"/>
            <p:cNvSpPr txBox="1"/>
            <p:nvPr/>
          </p:nvSpPr>
          <p:spPr>
            <a:xfrm>
              <a:off x="358105" y="4476556"/>
              <a:ext cx="307777" cy="184666"/>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200"/>
                <a:buFont typeface="Arial"/>
                <a:buNone/>
              </a:pPr>
              <a:r>
                <a:rPr b="1" i="0" lang="ko-KR" sz="1200" u="none" cap="none" strike="noStrike">
                  <a:solidFill>
                    <a:schemeClr val="dk1"/>
                  </a:solidFill>
                  <a:latin typeface="Calibri"/>
                  <a:ea typeface="Calibri"/>
                  <a:cs typeface="Calibri"/>
                  <a:sym typeface="Calibri"/>
                </a:rPr>
                <a:t>모둠</a:t>
              </a:r>
              <a:endParaRPr b="1" i="0" sz="1200" u="none" cap="none" strike="noStrike">
                <a:solidFill>
                  <a:schemeClr val="dk1"/>
                </a:solidFill>
                <a:latin typeface="Calibri"/>
                <a:ea typeface="Calibri"/>
                <a:cs typeface="Calibri"/>
                <a:sym typeface="Calibri"/>
              </a:endParaRPr>
            </a:p>
          </p:txBody>
        </p:sp>
      </p:grpSp>
      <p:grpSp>
        <p:nvGrpSpPr>
          <p:cNvPr id="142" name="Google Shape;142;p1"/>
          <p:cNvGrpSpPr/>
          <p:nvPr/>
        </p:nvGrpSpPr>
        <p:grpSpPr>
          <a:xfrm>
            <a:off x="358108" y="5609243"/>
            <a:ext cx="307777" cy="413227"/>
            <a:chOff x="358105" y="5273056"/>
            <a:chExt cx="307777" cy="413227"/>
          </a:xfrm>
        </p:grpSpPr>
        <p:pic>
          <p:nvPicPr>
            <p:cNvPr descr="preencoded.png" id="143" name="Google Shape;143;p1"/>
            <p:cNvPicPr preferRelativeResize="0"/>
            <p:nvPr/>
          </p:nvPicPr>
          <p:blipFill rotWithShape="1">
            <a:blip r:embed="rId4">
              <a:alphaModFix/>
            </a:blip>
            <a:srcRect b="0" l="0" r="0" t="0"/>
            <a:stretch/>
          </p:blipFill>
          <p:spPr>
            <a:xfrm>
              <a:off x="398968" y="5273056"/>
              <a:ext cx="222538" cy="222538"/>
            </a:xfrm>
            <a:prstGeom prst="rect">
              <a:avLst/>
            </a:prstGeom>
            <a:noFill/>
            <a:ln>
              <a:noFill/>
            </a:ln>
          </p:spPr>
        </p:pic>
        <p:sp>
          <p:nvSpPr>
            <p:cNvPr id="144" name="Google Shape;144;p1"/>
            <p:cNvSpPr txBox="1"/>
            <p:nvPr/>
          </p:nvSpPr>
          <p:spPr>
            <a:xfrm>
              <a:off x="358105" y="5501617"/>
              <a:ext cx="307777" cy="184666"/>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200"/>
                <a:buFont typeface="Arial"/>
                <a:buNone/>
              </a:pPr>
              <a:r>
                <a:rPr b="1" i="0" lang="ko-KR" sz="1200" u="none" cap="none" strike="noStrike">
                  <a:solidFill>
                    <a:schemeClr val="dk1"/>
                  </a:solidFill>
                  <a:latin typeface="Calibri"/>
                  <a:ea typeface="Calibri"/>
                  <a:cs typeface="Calibri"/>
                  <a:sym typeface="Calibri"/>
                </a:rPr>
                <a:t>개별</a:t>
              </a:r>
              <a:endParaRPr b="1" i="0" sz="1200" u="none" cap="none" strike="noStrike">
                <a:solidFill>
                  <a:schemeClr val="dk1"/>
                </a:solidFill>
                <a:latin typeface="Calibri"/>
                <a:ea typeface="Calibri"/>
                <a:cs typeface="Calibri"/>
                <a:sym typeface="Calibri"/>
              </a:endParaRPr>
            </a:p>
          </p:txBody>
        </p:sp>
      </p:grpSp>
      <p:sp>
        <p:nvSpPr>
          <p:cNvPr id="145" name="Google Shape;145;p1"/>
          <p:cNvSpPr txBox="1"/>
          <p:nvPr/>
        </p:nvSpPr>
        <p:spPr>
          <a:xfrm>
            <a:off x="294812" y="3003885"/>
            <a:ext cx="492443" cy="461665"/>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200"/>
              <a:buFont typeface="Arial"/>
              <a:buNone/>
            </a:pPr>
            <a:r>
              <a:rPr b="1" i="0" lang="ko-KR" sz="1200" u="none" cap="none" strike="noStrike">
                <a:solidFill>
                  <a:schemeClr val="dk1"/>
                </a:solidFill>
                <a:latin typeface="Calibri"/>
                <a:ea typeface="Calibri"/>
                <a:cs typeface="Calibri"/>
                <a:sym typeface="Calibri"/>
              </a:rPr>
              <a:t>학습</a:t>
            </a:r>
            <a:endParaRPr b="1" i="0" sz="1200" u="none" cap="none" strike="noStrike">
              <a:solidFill>
                <a:schemeClr val="dk1"/>
              </a:solidFill>
              <a:latin typeface="Calibri"/>
              <a:ea typeface="Calibri"/>
              <a:cs typeface="Calibri"/>
              <a:sym typeface="Calibri"/>
            </a:endParaRPr>
          </a:p>
          <a:p>
            <a:pPr indent="0" lvl="0" marL="0" marR="0" rtl="0" algn="r">
              <a:lnSpc>
                <a:spcPct val="100000"/>
              </a:lnSpc>
              <a:spcBef>
                <a:spcPts val="0"/>
              </a:spcBef>
              <a:spcAft>
                <a:spcPts val="0"/>
              </a:spcAft>
              <a:buClr>
                <a:srgbClr val="000000"/>
              </a:buClr>
              <a:buSzPts val="1200"/>
              <a:buFont typeface="Arial"/>
              <a:buNone/>
            </a:pPr>
            <a:r>
              <a:rPr b="1" i="0" lang="ko-KR" sz="1200" u="none" cap="none" strike="noStrike">
                <a:solidFill>
                  <a:schemeClr val="dk1"/>
                </a:solidFill>
                <a:latin typeface="Calibri"/>
                <a:ea typeface="Calibri"/>
                <a:cs typeface="Calibri"/>
                <a:sym typeface="Calibri"/>
              </a:rPr>
              <a:t>형태</a:t>
            </a:r>
            <a:endParaRPr b="0" i="0" sz="1400" u="none" cap="none" strike="noStrike">
              <a:solidFill>
                <a:srgbClr val="000000"/>
              </a:solidFill>
              <a:latin typeface="Arial"/>
              <a:ea typeface="Arial"/>
              <a:cs typeface="Arial"/>
              <a:sym typeface="Arial"/>
            </a:endParaRPr>
          </a:p>
        </p:txBody>
      </p:sp>
      <p:sp>
        <p:nvSpPr>
          <p:cNvPr id="146" name="Google Shape;146;p1"/>
          <p:cNvSpPr/>
          <p:nvPr/>
        </p:nvSpPr>
        <p:spPr>
          <a:xfrm>
            <a:off x="260063" y="2591073"/>
            <a:ext cx="1334561" cy="303278"/>
          </a:xfrm>
          <a:prstGeom prst="roundRect">
            <a:avLst>
              <a:gd fmla="val 50000" name="adj"/>
            </a:avLst>
          </a:prstGeom>
          <a:solidFill>
            <a:srgbClr val="2F559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ko-KR" sz="1200" u="none" cap="none" strike="noStrike">
                <a:solidFill>
                  <a:schemeClr val="lt1"/>
                </a:solidFill>
                <a:latin typeface="Calibri"/>
                <a:ea typeface="Calibri"/>
                <a:cs typeface="Calibri"/>
                <a:sym typeface="Calibri"/>
              </a:rPr>
              <a:t>교수·학습 흐름</a:t>
            </a:r>
            <a:endParaRPr b="0" i="0" sz="1400" u="none" cap="none" strike="noStrike">
              <a:solidFill>
                <a:srgbClr val="000000"/>
              </a:solidFill>
              <a:latin typeface="Arial"/>
              <a:ea typeface="Arial"/>
              <a:cs typeface="Arial"/>
              <a:sym typeface="Arial"/>
            </a:endParaRPr>
          </a:p>
        </p:txBody>
      </p:sp>
      <p:graphicFrame>
        <p:nvGraphicFramePr>
          <p:cNvPr id="147" name="Google Shape;147;p1"/>
          <p:cNvGraphicFramePr/>
          <p:nvPr/>
        </p:nvGraphicFramePr>
        <p:xfrm>
          <a:off x="254085" y="7157213"/>
          <a:ext cx="3000000" cy="3000000"/>
        </p:xfrm>
        <a:graphic>
          <a:graphicData uri="http://schemas.openxmlformats.org/drawingml/2006/table">
            <a:tbl>
              <a:tblPr bandRow="1" firstRow="1">
                <a:noFill/>
                <a:tableStyleId>{5440891D-E3CE-4277-AC4C-BF97EED1E2F9}</a:tableStyleId>
              </a:tblPr>
              <a:tblGrid>
                <a:gridCol w="1718550"/>
                <a:gridCol w="1948575"/>
                <a:gridCol w="1948575"/>
                <a:gridCol w="1948575"/>
                <a:gridCol w="1229425"/>
              </a:tblGrid>
              <a:tr h="256425">
                <a:tc rowSpan="2">
                  <a:txBody>
                    <a:bodyPr/>
                    <a:lstStyle/>
                    <a:p>
                      <a:pPr indent="0" lvl="0" marL="0" marR="0" rtl="0" algn="ctr">
                        <a:lnSpc>
                          <a:spcPct val="100000"/>
                        </a:lnSpc>
                        <a:spcBef>
                          <a:spcPts val="0"/>
                        </a:spcBef>
                        <a:spcAft>
                          <a:spcPts val="0"/>
                        </a:spcAft>
                        <a:buClr>
                          <a:srgbClr val="000000"/>
                        </a:buClr>
                        <a:buSzPts val="1100"/>
                        <a:buFont typeface="Arial"/>
                        <a:buNone/>
                      </a:pPr>
                      <a:r>
                        <a:rPr b="1" lang="ko-KR" sz="1100" u="none" cap="none" strike="noStrike">
                          <a:solidFill>
                            <a:schemeClr val="lt1"/>
                          </a:solidFill>
                          <a:latin typeface="Malgun Gothic"/>
                          <a:ea typeface="Malgun Gothic"/>
                          <a:cs typeface="Malgun Gothic"/>
                          <a:sym typeface="Malgun Gothic"/>
                        </a:rPr>
                        <a:t>평가요소</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chemeClr val="lt1"/>
                      </a:solidFill>
                      <a:prstDash val="solid"/>
                      <a:round/>
                      <a:headEnd len="sm" w="sm" type="none"/>
                      <a:tailEnd len="sm" w="sm" type="none"/>
                    </a:lnR>
                    <a:lnT cap="flat" cmpd="sng" w="19050">
                      <a:solidFill>
                        <a:srgbClr val="03A9F4"/>
                      </a:solidFill>
                      <a:prstDash val="solid"/>
                      <a:round/>
                      <a:headEnd len="sm" w="sm" type="none"/>
                      <a:tailEnd len="sm" w="sm" type="none"/>
                    </a:lnT>
                    <a:lnB cap="flat" cmpd="sng" w="9525">
                      <a:solidFill>
                        <a:schemeClr val="lt1"/>
                      </a:solidFill>
                      <a:prstDash val="solid"/>
                      <a:round/>
                      <a:headEnd len="sm" w="sm" type="none"/>
                      <a:tailEnd len="sm" w="sm" type="none"/>
                    </a:lnB>
                    <a:solidFill>
                      <a:srgbClr val="03A9F4"/>
                    </a:solidFill>
                  </a:tcPr>
                </a:tc>
                <a:tc gridSpan="3">
                  <a:txBody>
                    <a:bodyPr/>
                    <a:lstStyle/>
                    <a:p>
                      <a:pPr indent="0" lvl="0" marL="0" marR="0" rtl="0" algn="ctr">
                        <a:lnSpc>
                          <a:spcPct val="100000"/>
                        </a:lnSpc>
                        <a:spcBef>
                          <a:spcPts val="0"/>
                        </a:spcBef>
                        <a:spcAft>
                          <a:spcPts val="0"/>
                        </a:spcAft>
                        <a:buClr>
                          <a:srgbClr val="000000"/>
                        </a:buClr>
                        <a:buSzPts val="1100"/>
                        <a:buFont typeface="Arial"/>
                        <a:buNone/>
                      </a:pPr>
                      <a:r>
                        <a:rPr b="1" lang="ko-KR" sz="1100" u="none" cap="none" strike="noStrike">
                          <a:solidFill>
                            <a:schemeClr val="lt1"/>
                          </a:solidFill>
                          <a:latin typeface="Malgun Gothic"/>
                          <a:ea typeface="Malgun Gothic"/>
                          <a:cs typeface="Malgun Gothic"/>
                          <a:sym typeface="Malgun Gothic"/>
                        </a:rPr>
                        <a:t>피드백</a:t>
                      </a:r>
                      <a:endParaRPr sz="1400" u="none" cap="none" strike="noStrike"/>
                    </a:p>
                  </a:txBody>
                  <a:tcPr marT="45725" marB="45725" marR="9145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19050">
                      <a:solidFill>
                        <a:srgbClr val="03A9F4"/>
                      </a:solidFill>
                      <a:prstDash val="solid"/>
                      <a:round/>
                      <a:headEnd len="sm" w="sm" type="none"/>
                      <a:tailEnd len="sm" w="sm" type="none"/>
                    </a:lnT>
                    <a:lnB cap="flat" cmpd="sng" w="9525">
                      <a:solidFill>
                        <a:schemeClr val="lt1"/>
                      </a:solidFill>
                      <a:prstDash val="solid"/>
                      <a:round/>
                      <a:headEnd len="sm" w="sm" type="none"/>
                      <a:tailEnd len="sm" w="sm" type="none"/>
                    </a:lnB>
                    <a:solidFill>
                      <a:srgbClr val="03A9F4"/>
                    </a:solidFill>
                  </a:tcPr>
                </a:tc>
                <a:tc hMerge="1"/>
                <a:tc hMerge="1"/>
                <a:tc rowSpan="2">
                  <a:txBody>
                    <a:bodyPr/>
                    <a:lstStyle/>
                    <a:p>
                      <a:pPr indent="0" lvl="0" marL="0" marR="0" rtl="0" algn="ctr">
                        <a:lnSpc>
                          <a:spcPct val="100000"/>
                        </a:lnSpc>
                        <a:spcBef>
                          <a:spcPts val="0"/>
                        </a:spcBef>
                        <a:spcAft>
                          <a:spcPts val="0"/>
                        </a:spcAft>
                        <a:buClr>
                          <a:srgbClr val="000000"/>
                        </a:buClr>
                        <a:buSzPts val="1100"/>
                        <a:buFont typeface="Arial"/>
                        <a:buNone/>
                      </a:pPr>
                      <a:r>
                        <a:rPr b="1" lang="ko-KR" sz="1100" u="none" cap="none" strike="noStrike">
                          <a:solidFill>
                            <a:schemeClr val="lt1"/>
                          </a:solidFill>
                          <a:latin typeface="Malgun Gothic"/>
                          <a:ea typeface="Malgun Gothic"/>
                          <a:cs typeface="Malgun Gothic"/>
                          <a:sym typeface="Malgun Gothic"/>
                        </a:rPr>
                        <a:t>평가도구</a:t>
                      </a:r>
                      <a:endParaRPr b="1" sz="1100" u="none" cap="none" strike="noStrike">
                        <a:solidFill>
                          <a:schemeClr val="lt1"/>
                        </a:solidFill>
                        <a:latin typeface="Malgun Gothic"/>
                        <a:ea typeface="Malgun Gothic"/>
                        <a:cs typeface="Malgun Gothic"/>
                        <a:sym typeface="Malgun Gothic"/>
                      </a:endParaRPr>
                    </a:p>
                    <a:p>
                      <a:pPr indent="0" lvl="0" marL="0" marR="0" rtl="0" algn="ctr">
                        <a:lnSpc>
                          <a:spcPct val="100000"/>
                        </a:lnSpc>
                        <a:spcBef>
                          <a:spcPts val="0"/>
                        </a:spcBef>
                        <a:spcAft>
                          <a:spcPts val="0"/>
                        </a:spcAft>
                        <a:buClr>
                          <a:srgbClr val="000000"/>
                        </a:buClr>
                        <a:buSzPts val="1100"/>
                        <a:buFont typeface="Arial"/>
                        <a:buNone/>
                      </a:pPr>
                      <a:r>
                        <a:rPr b="1" lang="ko-KR" sz="1100" u="none" cap="none" strike="noStrike">
                          <a:solidFill>
                            <a:schemeClr val="lt1"/>
                          </a:solidFill>
                          <a:latin typeface="Malgun Gothic"/>
                          <a:ea typeface="Malgun Gothic"/>
                          <a:cs typeface="Malgun Gothic"/>
                          <a:sym typeface="Malgun Gothic"/>
                        </a:rPr>
                        <a:t>(방법)</a:t>
                      </a:r>
                      <a:endParaRPr b="1" sz="1100" u="none" cap="none" strike="noStrike">
                        <a:solidFill>
                          <a:schemeClr val="lt1"/>
                        </a:solidFill>
                        <a:latin typeface="Malgun Gothic"/>
                        <a:ea typeface="Malgun Gothic"/>
                        <a:cs typeface="Malgun Gothic"/>
                        <a:sym typeface="Malgun Gothic"/>
                      </a:endParaRPr>
                    </a:p>
                  </a:txBody>
                  <a:tcPr marT="45725" marB="45725" marR="91450" marL="91450" anchor="ctr">
                    <a:lnL cap="flat" cmpd="sng" w="9525">
                      <a:solidFill>
                        <a:schemeClr val="lt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9050">
                      <a:solidFill>
                        <a:srgbClr val="03A9F4"/>
                      </a:solidFill>
                      <a:prstDash val="solid"/>
                      <a:round/>
                      <a:headEnd len="sm" w="sm" type="none"/>
                      <a:tailEnd len="sm" w="sm" type="none"/>
                    </a:lnT>
                    <a:lnB cap="flat" cmpd="sng" w="9525">
                      <a:solidFill>
                        <a:schemeClr val="lt1"/>
                      </a:solidFill>
                      <a:prstDash val="solid"/>
                      <a:round/>
                      <a:headEnd len="sm" w="sm" type="none"/>
                      <a:tailEnd len="sm" w="sm" type="none"/>
                    </a:lnB>
                    <a:solidFill>
                      <a:srgbClr val="03A9F4"/>
                    </a:solidFill>
                  </a:tcPr>
                </a:tc>
              </a:tr>
              <a:tr h="256425">
                <a:tc vMerge="1"/>
                <a:tc>
                  <a:txBody>
                    <a:bodyPr/>
                    <a:lstStyle/>
                    <a:p>
                      <a:pPr indent="0" lvl="0" marL="0" marR="0" rtl="0" algn="ctr">
                        <a:lnSpc>
                          <a:spcPct val="100000"/>
                        </a:lnSpc>
                        <a:spcBef>
                          <a:spcPts val="0"/>
                        </a:spcBef>
                        <a:spcAft>
                          <a:spcPts val="0"/>
                        </a:spcAft>
                        <a:buClr>
                          <a:srgbClr val="000000"/>
                        </a:buClr>
                        <a:buSzPts val="1100"/>
                        <a:buFont typeface="Arial"/>
                        <a:buNone/>
                      </a:pPr>
                      <a:r>
                        <a:rPr b="1" lang="ko-KR" sz="1100" u="none" cap="none" strike="noStrike">
                          <a:solidFill>
                            <a:schemeClr val="lt1"/>
                          </a:solidFill>
                          <a:latin typeface="Malgun Gothic"/>
                          <a:ea typeface="Malgun Gothic"/>
                          <a:cs typeface="Malgun Gothic"/>
                          <a:sym typeface="Malgun Gothic"/>
                        </a:rPr>
                        <a:t>심화</a:t>
                      </a:r>
                      <a:endParaRPr sz="1400" u="none" cap="none" strike="noStrike"/>
                    </a:p>
                  </a:txBody>
                  <a:tcPr marT="45725" marB="45725" marR="9145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03A9F4"/>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1" lang="ko-KR" sz="1100" u="none" cap="none" strike="noStrike">
                          <a:solidFill>
                            <a:schemeClr val="lt1"/>
                          </a:solidFill>
                          <a:latin typeface="Malgun Gothic"/>
                          <a:ea typeface="Malgun Gothic"/>
                          <a:cs typeface="Malgun Gothic"/>
                          <a:sym typeface="Malgun Gothic"/>
                        </a:rPr>
                        <a:t>기본</a:t>
                      </a:r>
                      <a:endParaRPr sz="1400" u="none" cap="none" strike="noStrike"/>
                    </a:p>
                  </a:txBody>
                  <a:tcPr marT="45725" marB="45725" marR="9145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03A9F4"/>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1" lang="ko-KR" sz="1100" u="none" cap="none" strike="noStrike">
                          <a:solidFill>
                            <a:schemeClr val="lt1"/>
                          </a:solidFill>
                          <a:latin typeface="Malgun Gothic"/>
                          <a:ea typeface="Malgun Gothic"/>
                          <a:cs typeface="Malgun Gothic"/>
                          <a:sym typeface="Malgun Gothic"/>
                        </a:rPr>
                        <a:t>기초 </a:t>
                      </a:r>
                      <a:endParaRPr sz="1400" u="none" cap="none" strike="noStrike"/>
                    </a:p>
                  </a:txBody>
                  <a:tcPr marT="45725" marB="45725" marR="9145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03A9F4"/>
                    </a:solidFill>
                  </a:tcPr>
                </a:tc>
                <a:tc vMerge="1"/>
              </a:tr>
              <a:tr h="533850">
                <a:tc>
                  <a:txBody>
                    <a:bodyPr/>
                    <a:lstStyle/>
                    <a:p>
                      <a:pPr indent="0" lvl="0" marL="0" marR="0" rtl="0" algn="ctr">
                        <a:lnSpc>
                          <a:spcPct val="100000"/>
                        </a:lnSpc>
                        <a:spcBef>
                          <a:spcPts val="0"/>
                        </a:spcBef>
                        <a:spcAft>
                          <a:spcPts val="0"/>
                        </a:spcAft>
                        <a:buClr>
                          <a:srgbClr val="000000"/>
                        </a:buClr>
                        <a:buSzPts val="1100"/>
                        <a:buFont typeface="Arial"/>
                        <a:buNone/>
                      </a:pPr>
                      <a:r>
                        <a:t/>
                      </a:r>
                      <a:endParaRPr b="1" sz="1100" u="none" cap="none" strike="noStrike">
                        <a:solidFill>
                          <a:schemeClr val="dk1"/>
                        </a:solidFill>
                        <a:latin typeface="Malgun Gothic"/>
                        <a:ea typeface="Malgun Gothic"/>
                        <a:cs typeface="Malgun Gothic"/>
                        <a:sym typeface="Malgun Gothic"/>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3A9F4"/>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rgbClr val="03A9F4"/>
                      </a:solidFill>
                      <a:prstDash val="solid"/>
                      <a:round/>
                      <a:headEnd len="sm" w="sm" type="none"/>
                      <a:tailEnd len="sm" w="sm" type="none"/>
                    </a:lnB>
                    <a:solidFill>
                      <a:srgbClr val="D9F3FF"/>
                    </a:solidFill>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b="1" sz="1100" u="none" cap="none" strike="noStrike">
                        <a:solidFill>
                          <a:schemeClr val="dk1"/>
                        </a:solidFill>
                        <a:latin typeface="Malgun Gothic"/>
                        <a:ea typeface="Malgun Gothic"/>
                        <a:cs typeface="Malgun Gothic"/>
                        <a:sym typeface="Malgun Gothic"/>
                      </a:endParaRPr>
                    </a:p>
                  </a:txBody>
                  <a:tcPr marT="45725" marB="45725" marR="91450" marL="91450" anchor="ctr">
                    <a:lnL cap="flat" cmpd="sng" w="9525">
                      <a:solidFill>
                        <a:srgbClr val="03A9F4"/>
                      </a:solidFill>
                      <a:prstDash val="solid"/>
                      <a:round/>
                      <a:headEnd len="sm" w="sm" type="none"/>
                      <a:tailEnd len="sm" w="sm" type="none"/>
                    </a:lnL>
                    <a:lnR cap="flat" cmpd="sng" w="9525">
                      <a:solidFill>
                        <a:srgbClr val="03A9F4"/>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rgbClr val="03A9F4"/>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b="1" sz="1100" u="none" cap="none" strike="noStrike">
                        <a:solidFill>
                          <a:schemeClr val="dk1"/>
                        </a:solidFill>
                        <a:latin typeface="Malgun Gothic"/>
                        <a:ea typeface="Malgun Gothic"/>
                        <a:cs typeface="Malgun Gothic"/>
                        <a:sym typeface="Malgun Gothic"/>
                      </a:endParaRPr>
                    </a:p>
                  </a:txBody>
                  <a:tcPr marT="45725" marB="45725" marR="91450" marL="91450" anchor="ctr">
                    <a:lnL cap="flat" cmpd="sng" w="9525">
                      <a:solidFill>
                        <a:srgbClr val="03A9F4"/>
                      </a:solidFill>
                      <a:prstDash val="solid"/>
                      <a:round/>
                      <a:headEnd len="sm" w="sm" type="none"/>
                      <a:tailEnd len="sm" w="sm" type="none"/>
                    </a:lnL>
                    <a:lnR cap="flat" cmpd="sng" w="9525">
                      <a:solidFill>
                        <a:srgbClr val="03A9F4"/>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rgbClr val="03A9F4"/>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b="1" sz="1100" u="none" cap="none" strike="noStrike">
                        <a:solidFill>
                          <a:schemeClr val="dk1"/>
                        </a:solidFill>
                        <a:latin typeface="Malgun Gothic"/>
                        <a:ea typeface="Malgun Gothic"/>
                        <a:cs typeface="Malgun Gothic"/>
                        <a:sym typeface="Malgun Gothic"/>
                      </a:endParaRPr>
                    </a:p>
                  </a:txBody>
                  <a:tcPr marT="45725" marB="45725" marR="91450" marL="91450" anchor="ctr">
                    <a:lnL cap="flat" cmpd="sng" w="9525">
                      <a:solidFill>
                        <a:srgbClr val="03A9F4"/>
                      </a:solidFill>
                      <a:prstDash val="solid"/>
                      <a:round/>
                      <a:headEnd len="sm" w="sm" type="none"/>
                      <a:tailEnd len="sm" w="sm" type="none"/>
                    </a:lnL>
                    <a:lnR cap="flat" cmpd="sng" w="9525">
                      <a:solidFill>
                        <a:srgbClr val="03A9F4"/>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rgbClr val="03A9F4"/>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b="1" sz="1100" u="none" cap="none" strike="noStrike">
                        <a:solidFill>
                          <a:schemeClr val="dk1"/>
                        </a:solidFill>
                        <a:latin typeface="Malgun Gothic"/>
                        <a:ea typeface="Malgun Gothic"/>
                        <a:cs typeface="Malgun Gothic"/>
                        <a:sym typeface="Malgun Gothic"/>
                      </a:endParaRPr>
                    </a:p>
                  </a:txBody>
                  <a:tcPr marT="45725" marB="45725" marR="91450" marL="91450" anchor="ctr">
                    <a:lnL cap="flat" cmpd="sng" w="9525">
                      <a:solidFill>
                        <a:srgbClr val="03A9F4"/>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rgbClr val="03A9F4"/>
                      </a:solidFill>
                      <a:prstDash val="solid"/>
                      <a:round/>
                      <a:headEnd len="sm" w="sm" type="none"/>
                      <a:tailEnd len="sm" w="sm" type="none"/>
                    </a:lnB>
                  </a:tcPr>
                </a:tc>
              </a:tr>
              <a:tr h="533850">
                <a:tc>
                  <a:txBody>
                    <a:bodyPr/>
                    <a:lstStyle/>
                    <a:p>
                      <a:pPr indent="0" lvl="0" marL="0" marR="0" rtl="0" algn="ctr">
                        <a:lnSpc>
                          <a:spcPct val="100000"/>
                        </a:lnSpc>
                        <a:spcBef>
                          <a:spcPts val="0"/>
                        </a:spcBef>
                        <a:spcAft>
                          <a:spcPts val="0"/>
                        </a:spcAft>
                        <a:buClr>
                          <a:srgbClr val="000000"/>
                        </a:buClr>
                        <a:buSzPts val="1100"/>
                        <a:buFont typeface="Arial"/>
                        <a:buNone/>
                      </a:pPr>
                      <a:r>
                        <a:t/>
                      </a:r>
                      <a:endParaRPr b="1" sz="1100" u="none" cap="none" strike="noStrike">
                        <a:solidFill>
                          <a:schemeClr val="dk1"/>
                        </a:solidFill>
                        <a:latin typeface="Malgun Gothic"/>
                        <a:ea typeface="Malgun Gothic"/>
                        <a:cs typeface="Malgun Gothic"/>
                        <a:sym typeface="Malgun Gothic"/>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3A9F4"/>
                      </a:solidFill>
                      <a:prstDash val="solid"/>
                      <a:round/>
                      <a:headEnd len="sm" w="sm" type="none"/>
                      <a:tailEnd len="sm" w="sm" type="none"/>
                    </a:lnR>
                    <a:lnT cap="flat" cmpd="sng" w="9525">
                      <a:solidFill>
                        <a:srgbClr val="03A9F4"/>
                      </a:solidFill>
                      <a:prstDash val="solid"/>
                      <a:round/>
                      <a:headEnd len="sm" w="sm" type="none"/>
                      <a:tailEnd len="sm" w="sm" type="none"/>
                    </a:lnT>
                    <a:lnB cap="flat" cmpd="sng" w="19050">
                      <a:solidFill>
                        <a:srgbClr val="03A9F4"/>
                      </a:solidFill>
                      <a:prstDash val="solid"/>
                      <a:round/>
                      <a:headEnd len="sm" w="sm" type="none"/>
                      <a:tailEnd len="sm" w="sm" type="none"/>
                    </a:lnB>
                    <a:solidFill>
                      <a:srgbClr val="D9F3FF"/>
                    </a:solidFill>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b="1" sz="1100" u="none" cap="none" strike="noStrike">
                        <a:solidFill>
                          <a:schemeClr val="dk1"/>
                        </a:solidFill>
                        <a:latin typeface="Malgun Gothic"/>
                        <a:ea typeface="Malgun Gothic"/>
                        <a:cs typeface="Malgun Gothic"/>
                        <a:sym typeface="Malgun Gothic"/>
                      </a:endParaRPr>
                    </a:p>
                  </a:txBody>
                  <a:tcPr marT="45725" marB="45725" marR="91450" marL="91450" anchor="ctr">
                    <a:lnL cap="flat" cmpd="sng" w="9525">
                      <a:solidFill>
                        <a:srgbClr val="03A9F4"/>
                      </a:solidFill>
                      <a:prstDash val="solid"/>
                      <a:round/>
                      <a:headEnd len="sm" w="sm" type="none"/>
                      <a:tailEnd len="sm" w="sm" type="none"/>
                    </a:lnL>
                    <a:lnR cap="flat" cmpd="sng" w="9525">
                      <a:solidFill>
                        <a:srgbClr val="03A9F4"/>
                      </a:solidFill>
                      <a:prstDash val="solid"/>
                      <a:round/>
                      <a:headEnd len="sm" w="sm" type="none"/>
                      <a:tailEnd len="sm" w="sm" type="none"/>
                    </a:lnR>
                    <a:lnT cap="flat" cmpd="sng" w="9525">
                      <a:solidFill>
                        <a:srgbClr val="03A9F4"/>
                      </a:solidFill>
                      <a:prstDash val="solid"/>
                      <a:round/>
                      <a:headEnd len="sm" w="sm" type="none"/>
                      <a:tailEnd len="sm" w="sm" type="none"/>
                    </a:lnT>
                    <a:lnB cap="flat" cmpd="sng" w="19050">
                      <a:solidFill>
                        <a:srgbClr val="03A9F4"/>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b="1" sz="1100" u="none" cap="none" strike="noStrike">
                        <a:solidFill>
                          <a:schemeClr val="dk1"/>
                        </a:solidFill>
                        <a:latin typeface="Malgun Gothic"/>
                        <a:ea typeface="Malgun Gothic"/>
                        <a:cs typeface="Malgun Gothic"/>
                        <a:sym typeface="Malgun Gothic"/>
                      </a:endParaRPr>
                    </a:p>
                  </a:txBody>
                  <a:tcPr marT="45725" marB="45725" marR="91450" marL="91450" anchor="ctr">
                    <a:lnL cap="flat" cmpd="sng" w="9525">
                      <a:solidFill>
                        <a:srgbClr val="03A9F4"/>
                      </a:solidFill>
                      <a:prstDash val="solid"/>
                      <a:round/>
                      <a:headEnd len="sm" w="sm" type="none"/>
                      <a:tailEnd len="sm" w="sm" type="none"/>
                    </a:lnL>
                    <a:lnR cap="flat" cmpd="sng" w="9525">
                      <a:solidFill>
                        <a:srgbClr val="03A9F4"/>
                      </a:solidFill>
                      <a:prstDash val="solid"/>
                      <a:round/>
                      <a:headEnd len="sm" w="sm" type="none"/>
                      <a:tailEnd len="sm" w="sm" type="none"/>
                    </a:lnR>
                    <a:lnT cap="flat" cmpd="sng" w="9525">
                      <a:solidFill>
                        <a:srgbClr val="03A9F4"/>
                      </a:solidFill>
                      <a:prstDash val="solid"/>
                      <a:round/>
                      <a:headEnd len="sm" w="sm" type="none"/>
                      <a:tailEnd len="sm" w="sm" type="none"/>
                    </a:lnT>
                    <a:lnB cap="flat" cmpd="sng" w="19050">
                      <a:solidFill>
                        <a:srgbClr val="03A9F4"/>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b="1" sz="1100" u="none" cap="none" strike="noStrike">
                        <a:solidFill>
                          <a:schemeClr val="dk1"/>
                        </a:solidFill>
                        <a:latin typeface="Malgun Gothic"/>
                        <a:ea typeface="Malgun Gothic"/>
                        <a:cs typeface="Malgun Gothic"/>
                        <a:sym typeface="Malgun Gothic"/>
                      </a:endParaRPr>
                    </a:p>
                  </a:txBody>
                  <a:tcPr marT="45725" marB="45725" marR="91450" marL="91450" anchor="ctr">
                    <a:lnL cap="flat" cmpd="sng" w="9525">
                      <a:solidFill>
                        <a:srgbClr val="03A9F4"/>
                      </a:solidFill>
                      <a:prstDash val="solid"/>
                      <a:round/>
                      <a:headEnd len="sm" w="sm" type="none"/>
                      <a:tailEnd len="sm" w="sm" type="none"/>
                    </a:lnL>
                    <a:lnR cap="flat" cmpd="sng" w="9525">
                      <a:solidFill>
                        <a:srgbClr val="03A9F4"/>
                      </a:solidFill>
                      <a:prstDash val="solid"/>
                      <a:round/>
                      <a:headEnd len="sm" w="sm" type="none"/>
                      <a:tailEnd len="sm" w="sm" type="none"/>
                    </a:lnR>
                    <a:lnT cap="flat" cmpd="sng" w="9525">
                      <a:solidFill>
                        <a:srgbClr val="03A9F4"/>
                      </a:solidFill>
                      <a:prstDash val="solid"/>
                      <a:round/>
                      <a:headEnd len="sm" w="sm" type="none"/>
                      <a:tailEnd len="sm" w="sm" type="none"/>
                    </a:lnT>
                    <a:lnB cap="flat" cmpd="sng" w="19050">
                      <a:solidFill>
                        <a:srgbClr val="03A9F4"/>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b="1" sz="1100" u="none" cap="none" strike="noStrike">
                        <a:solidFill>
                          <a:schemeClr val="dk1"/>
                        </a:solidFill>
                        <a:latin typeface="Malgun Gothic"/>
                        <a:ea typeface="Malgun Gothic"/>
                        <a:cs typeface="Malgun Gothic"/>
                        <a:sym typeface="Malgun Gothic"/>
                      </a:endParaRPr>
                    </a:p>
                  </a:txBody>
                  <a:tcPr marT="45725" marB="45725" marR="91450" marL="91450" anchor="ctr">
                    <a:lnL cap="flat" cmpd="sng" w="9525">
                      <a:solidFill>
                        <a:srgbClr val="03A9F4"/>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3A9F4"/>
                      </a:solidFill>
                      <a:prstDash val="solid"/>
                      <a:round/>
                      <a:headEnd len="sm" w="sm" type="none"/>
                      <a:tailEnd len="sm" w="sm" type="none"/>
                    </a:lnT>
                    <a:lnB cap="flat" cmpd="sng" w="19050">
                      <a:solidFill>
                        <a:srgbClr val="03A9F4"/>
                      </a:solidFill>
                      <a:prstDash val="solid"/>
                      <a:round/>
                      <a:headEnd len="sm" w="sm" type="none"/>
                      <a:tailEnd len="sm" w="sm" type="none"/>
                    </a:lnB>
                  </a:tcPr>
                </a:tc>
              </a:tr>
            </a:tbl>
          </a:graphicData>
        </a:graphic>
      </p:graphicFrame>
      <p:sp>
        <p:nvSpPr>
          <p:cNvPr id="148" name="Google Shape;148;p1"/>
          <p:cNvSpPr/>
          <p:nvPr/>
        </p:nvSpPr>
        <p:spPr>
          <a:xfrm>
            <a:off x="9331071" y="6951139"/>
            <a:ext cx="2600868" cy="1833056"/>
          </a:xfrm>
          <a:prstGeom prst="roundRect">
            <a:avLst>
              <a:gd fmla="val 4677" name="adj"/>
            </a:avLst>
          </a:prstGeom>
          <a:solidFill>
            <a:srgbClr val="E5EBF7"/>
          </a:solidFill>
          <a:ln cap="flat" cmpd="sng" w="19050">
            <a:solidFill>
              <a:srgbClr val="2F5597"/>
            </a:solidFill>
            <a:prstDash val="solid"/>
            <a:miter lim="80"/>
            <a:headEnd len="sm" w="sm" type="none"/>
            <a:tailEnd len="sm" w="sm" type="none"/>
          </a:ln>
        </p:spPr>
        <p:txBody>
          <a:bodyPr anchorCtr="0" anchor="t" bIns="0" lIns="54000" spcFirstLastPara="1" rIns="54000" wrap="square" tIns="252000">
            <a:noAutofit/>
          </a:bodyPr>
          <a:lstStyle/>
          <a:p>
            <a:pPr indent="0" lvl="0" marL="0" marR="0" rtl="0" algn="l">
              <a:lnSpc>
                <a:spcPct val="12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149" name="Google Shape;149;p1"/>
          <p:cNvSpPr/>
          <p:nvPr/>
        </p:nvSpPr>
        <p:spPr>
          <a:xfrm>
            <a:off x="260063" y="6755625"/>
            <a:ext cx="1334561" cy="303278"/>
          </a:xfrm>
          <a:prstGeom prst="roundRect">
            <a:avLst>
              <a:gd fmla="val 50000" name="adj"/>
            </a:avLst>
          </a:prstGeom>
          <a:solidFill>
            <a:srgbClr val="2F559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ko-KR" sz="1200" u="none" cap="none" strike="noStrike">
                <a:solidFill>
                  <a:schemeClr val="lt1"/>
                </a:solidFill>
                <a:latin typeface="Calibri"/>
                <a:ea typeface="Calibri"/>
                <a:cs typeface="Calibri"/>
                <a:sym typeface="Calibri"/>
              </a:rPr>
              <a:t>과정 중심 평가</a:t>
            </a:r>
            <a:endParaRPr b="0" i="0" sz="1400" u="none" cap="none" strike="noStrike">
              <a:solidFill>
                <a:srgbClr val="000000"/>
              </a:solidFill>
              <a:latin typeface="Arial"/>
              <a:ea typeface="Arial"/>
              <a:cs typeface="Arial"/>
              <a:sym typeface="Arial"/>
            </a:endParaRPr>
          </a:p>
        </p:txBody>
      </p:sp>
      <p:grpSp>
        <p:nvGrpSpPr>
          <p:cNvPr id="150" name="Google Shape;150;p1"/>
          <p:cNvGrpSpPr/>
          <p:nvPr/>
        </p:nvGrpSpPr>
        <p:grpSpPr>
          <a:xfrm>
            <a:off x="9463309" y="6755625"/>
            <a:ext cx="2342360" cy="433172"/>
            <a:chOff x="9163049" y="6446689"/>
            <a:chExt cx="2342360" cy="433172"/>
          </a:xfrm>
        </p:grpSpPr>
        <p:sp>
          <p:nvSpPr>
            <p:cNvPr id="151" name="Google Shape;151;p1"/>
            <p:cNvSpPr/>
            <p:nvPr/>
          </p:nvSpPr>
          <p:spPr>
            <a:xfrm>
              <a:off x="9463518" y="6498067"/>
              <a:ext cx="2041891" cy="303278"/>
            </a:xfrm>
            <a:prstGeom prst="roundRect">
              <a:avLst>
                <a:gd fmla="val 50000" name="adj"/>
              </a:avLst>
            </a:prstGeom>
            <a:solidFill>
              <a:srgbClr val="2F5597"/>
            </a:solidFill>
            <a:ln>
              <a:noFill/>
            </a:ln>
          </p:spPr>
          <p:txBody>
            <a:bodyPr anchorCtr="0" anchor="ctr" bIns="0" lIns="14400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ko-KR" sz="1200" u="none" cap="none" strike="noStrike">
                  <a:solidFill>
                    <a:schemeClr val="lt1"/>
                  </a:solidFill>
                  <a:latin typeface="Calibri"/>
                  <a:ea typeface="Calibri"/>
                  <a:cs typeface="Calibri"/>
                  <a:sym typeface="Calibri"/>
                </a:rPr>
                <a:t>AI·디지털 활용 유의사항</a:t>
              </a:r>
              <a:endParaRPr b="0" i="0" sz="1400" u="none" cap="none" strike="noStrike">
                <a:solidFill>
                  <a:srgbClr val="000000"/>
                </a:solidFill>
                <a:latin typeface="Arial"/>
                <a:ea typeface="Arial"/>
                <a:cs typeface="Arial"/>
                <a:sym typeface="Arial"/>
              </a:endParaRPr>
            </a:p>
          </p:txBody>
        </p:sp>
        <p:pic>
          <p:nvPicPr>
            <p:cNvPr id="152" name="Google Shape;152;p1"/>
            <p:cNvPicPr preferRelativeResize="0"/>
            <p:nvPr/>
          </p:nvPicPr>
          <p:blipFill rotWithShape="1">
            <a:blip r:embed="rId5">
              <a:alphaModFix/>
            </a:blip>
            <a:srcRect b="0" l="0" r="0" t="0"/>
            <a:stretch/>
          </p:blipFill>
          <p:spPr>
            <a:xfrm flipH="1">
              <a:off x="9163049" y="6446689"/>
              <a:ext cx="433174" cy="433172"/>
            </a:xfrm>
            <a:prstGeom prst="rect">
              <a:avLst/>
            </a:prstGeom>
            <a:noFill/>
            <a:ln>
              <a:noFill/>
            </a:ln>
          </p:spPr>
        </p:pic>
      </p:grpSp>
      <p:grpSp>
        <p:nvGrpSpPr>
          <p:cNvPr id="153" name="Google Shape;153;p1"/>
          <p:cNvGrpSpPr/>
          <p:nvPr/>
        </p:nvGrpSpPr>
        <p:grpSpPr>
          <a:xfrm>
            <a:off x="266600" y="3658959"/>
            <a:ext cx="467185" cy="479878"/>
            <a:chOff x="266600" y="3658959"/>
            <a:chExt cx="467185" cy="479878"/>
          </a:xfrm>
        </p:grpSpPr>
        <p:sp>
          <p:nvSpPr>
            <p:cNvPr id="154" name="Google Shape;154;p1"/>
            <p:cNvSpPr txBox="1"/>
            <p:nvPr/>
          </p:nvSpPr>
          <p:spPr>
            <a:xfrm>
              <a:off x="358108" y="3954171"/>
              <a:ext cx="307777" cy="184666"/>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200"/>
                <a:buFont typeface="Arial"/>
                <a:buNone/>
              </a:pPr>
              <a:r>
                <a:rPr b="1" i="0" lang="ko-KR" sz="1200" u="none" cap="none" strike="noStrike">
                  <a:solidFill>
                    <a:schemeClr val="dk1"/>
                  </a:solidFill>
                  <a:latin typeface="Calibri"/>
                  <a:ea typeface="Calibri"/>
                  <a:cs typeface="Calibri"/>
                  <a:sym typeface="Calibri"/>
                </a:rPr>
                <a:t>전체</a:t>
              </a:r>
              <a:endParaRPr b="0" i="0" sz="1400" u="none" cap="none" strike="noStrike">
                <a:solidFill>
                  <a:srgbClr val="000000"/>
                </a:solidFill>
                <a:latin typeface="Arial"/>
                <a:ea typeface="Arial"/>
                <a:cs typeface="Arial"/>
                <a:sym typeface="Arial"/>
              </a:endParaRPr>
            </a:p>
          </p:txBody>
        </p:sp>
        <p:pic>
          <p:nvPicPr>
            <p:cNvPr id="155" name="Google Shape;155;p1"/>
            <p:cNvPicPr preferRelativeResize="0"/>
            <p:nvPr/>
          </p:nvPicPr>
          <p:blipFill rotWithShape="1">
            <a:blip r:embed="rId6">
              <a:alphaModFix/>
            </a:blip>
            <a:srcRect b="44563" l="0" r="0" t="0"/>
            <a:stretch/>
          </p:blipFill>
          <p:spPr>
            <a:xfrm>
              <a:off x="266600" y="3658959"/>
              <a:ext cx="467185" cy="258992"/>
            </a:xfrm>
            <a:prstGeom prst="rect">
              <a:avLst/>
            </a:prstGeom>
            <a:noFill/>
            <a:ln>
              <a:noFill/>
            </a:ln>
          </p:spPr>
        </p:pic>
      </p:grpSp>
      <p:graphicFrame>
        <p:nvGraphicFramePr>
          <p:cNvPr id="156" name="Google Shape;156;p1"/>
          <p:cNvGraphicFramePr/>
          <p:nvPr/>
        </p:nvGraphicFramePr>
        <p:xfrm>
          <a:off x="260063" y="1008799"/>
          <a:ext cx="3000000" cy="3000000"/>
        </p:xfrm>
        <a:graphic>
          <a:graphicData uri="http://schemas.openxmlformats.org/drawingml/2006/table">
            <a:tbl>
              <a:tblPr bandRow="1" firstRow="1">
                <a:noFill/>
                <a:tableStyleId>{04B63DE1-978C-42A9-A24A-B7FF7C6908ED}</a:tableStyleId>
              </a:tblPr>
              <a:tblGrid>
                <a:gridCol w="843625"/>
                <a:gridCol w="1070800"/>
                <a:gridCol w="769425"/>
                <a:gridCol w="1884575"/>
                <a:gridCol w="624475"/>
                <a:gridCol w="915175"/>
                <a:gridCol w="1001475"/>
                <a:gridCol w="2343100"/>
                <a:gridCol w="936700"/>
                <a:gridCol w="1304825"/>
              </a:tblGrid>
              <a:tr h="314050">
                <a:tc>
                  <a:txBody>
                    <a:bodyPr/>
                    <a:lstStyle/>
                    <a:p>
                      <a:pPr indent="0" lvl="0" marL="0" marR="0" rtl="0" algn="ctr">
                        <a:lnSpc>
                          <a:spcPct val="100000"/>
                        </a:lnSpc>
                        <a:spcBef>
                          <a:spcPts val="0"/>
                        </a:spcBef>
                        <a:spcAft>
                          <a:spcPts val="0"/>
                        </a:spcAft>
                        <a:buClr>
                          <a:srgbClr val="000000"/>
                        </a:buClr>
                        <a:buSzPts val="1100"/>
                        <a:buFont typeface="Arial"/>
                        <a:buNone/>
                      </a:pPr>
                      <a:r>
                        <a:rPr b="1" lang="ko-KR" sz="1100" u="none" cap="none" strike="noStrike">
                          <a:solidFill>
                            <a:schemeClr val="lt1"/>
                          </a:solidFill>
                          <a:latin typeface="Malgun Gothic"/>
                          <a:ea typeface="Malgun Gothic"/>
                          <a:cs typeface="Malgun Gothic"/>
                          <a:sym typeface="Malgun Gothic"/>
                        </a:rPr>
                        <a:t>학년-학기</a:t>
                      </a:r>
                      <a:endParaRPr sz="1400" u="none" cap="none" strike="noStrike"/>
                    </a:p>
                  </a:txBody>
                  <a:tcPr marT="45725" marB="45725" marR="0" marL="0" anchor="ctr">
                    <a:lnL cap="flat" cmpd="sng" w="9525">
                      <a:solidFill>
                        <a:srgbClr val="000000">
                          <a:alpha val="0"/>
                        </a:srgbClr>
                      </a:solidFill>
                      <a:prstDash val="solid"/>
                      <a:round/>
                      <a:headEnd len="sm" w="sm" type="none"/>
                      <a:tailEnd len="sm" w="sm" type="none"/>
                    </a:lnL>
                    <a:lnR cap="flat" cmpd="sng" w="9525">
                      <a:solidFill>
                        <a:srgbClr val="03A9F4"/>
                      </a:solidFill>
                      <a:prstDash val="solid"/>
                      <a:round/>
                      <a:headEnd len="sm" w="sm" type="none"/>
                      <a:tailEnd len="sm" w="sm" type="none"/>
                    </a:lnR>
                    <a:lnT cap="flat" cmpd="sng" w="19050">
                      <a:solidFill>
                        <a:srgbClr val="03A9F4"/>
                      </a:solidFill>
                      <a:prstDash val="solid"/>
                      <a:round/>
                      <a:headEnd len="sm" w="sm" type="none"/>
                      <a:tailEnd len="sm" w="sm" type="none"/>
                    </a:lnT>
                    <a:lnB cap="flat" cmpd="sng" w="9525">
                      <a:solidFill>
                        <a:schemeClr val="lt1"/>
                      </a:solidFill>
                      <a:prstDash val="solid"/>
                      <a:round/>
                      <a:headEnd len="sm" w="sm" type="none"/>
                      <a:tailEnd len="sm" w="sm" type="none"/>
                    </a:lnB>
                    <a:solidFill>
                      <a:srgbClr val="03A9F4"/>
                    </a:solidFill>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b="1" sz="1100" u="none" cap="none" strike="noStrike">
                        <a:solidFill>
                          <a:schemeClr val="dk1"/>
                        </a:solidFill>
                        <a:latin typeface="Malgun Gothic"/>
                        <a:ea typeface="Malgun Gothic"/>
                        <a:cs typeface="Malgun Gothic"/>
                        <a:sym typeface="Malgun Gothic"/>
                      </a:endParaRPr>
                    </a:p>
                  </a:txBody>
                  <a:tcPr marT="45725" marB="45725" marR="90000" marL="90000" anchor="ctr">
                    <a:lnL cap="flat" cmpd="sng" w="9525">
                      <a:solidFill>
                        <a:srgbClr val="03A9F4"/>
                      </a:solidFill>
                      <a:prstDash val="solid"/>
                      <a:round/>
                      <a:headEnd len="sm" w="sm" type="none"/>
                      <a:tailEnd len="sm" w="sm" type="none"/>
                    </a:lnL>
                    <a:lnR cap="flat" cmpd="sng" w="9525">
                      <a:solidFill>
                        <a:srgbClr val="03A9F4"/>
                      </a:solidFill>
                      <a:prstDash val="solid"/>
                      <a:round/>
                      <a:headEnd len="sm" w="sm" type="none"/>
                      <a:tailEnd len="sm" w="sm" type="none"/>
                    </a:lnR>
                    <a:lnT cap="flat" cmpd="sng" w="19050">
                      <a:solidFill>
                        <a:srgbClr val="03A9F4"/>
                      </a:solidFill>
                      <a:prstDash val="solid"/>
                      <a:round/>
                      <a:headEnd len="sm" w="sm" type="none"/>
                      <a:tailEnd len="sm" w="sm" type="none"/>
                    </a:lnT>
                    <a:lnB cap="flat" cmpd="sng" w="9525">
                      <a:solidFill>
                        <a:srgbClr val="03A9F4"/>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1" lang="ko-KR" sz="1100" u="none" cap="none" strike="noStrike">
                          <a:solidFill>
                            <a:schemeClr val="lt1"/>
                          </a:solidFill>
                          <a:latin typeface="Malgun Gothic"/>
                          <a:ea typeface="Malgun Gothic"/>
                          <a:cs typeface="Malgun Gothic"/>
                          <a:sym typeface="Malgun Gothic"/>
                        </a:rPr>
                        <a:t>단원</a:t>
                      </a:r>
                      <a:endParaRPr sz="1400" u="none" cap="none" strike="noStrike"/>
                    </a:p>
                  </a:txBody>
                  <a:tcPr marT="45725" marB="45725" marR="0" marL="0" anchor="ctr">
                    <a:lnL cap="flat" cmpd="sng" w="9525">
                      <a:solidFill>
                        <a:srgbClr val="03A9F4"/>
                      </a:solidFill>
                      <a:prstDash val="solid"/>
                      <a:round/>
                      <a:headEnd len="sm" w="sm" type="none"/>
                      <a:tailEnd len="sm" w="sm" type="none"/>
                    </a:lnL>
                    <a:lnR cap="flat" cmpd="sng" w="9525">
                      <a:solidFill>
                        <a:srgbClr val="03A9F4"/>
                      </a:solidFill>
                      <a:prstDash val="solid"/>
                      <a:round/>
                      <a:headEnd len="sm" w="sm" type="none"/>
                      <a:tailEnd len="sm" w="sm" type="none"/>
                    </a:lnR>
                    <a:lnT cap="flat" cmpd="sng" w="19050">
                      <a:solidFill>
                        <a:srgbClr val="03A9F4"/>
                      </a:solidFill>
                      <a:prstDash val="solid"/>
                      <a:round/>
                      <a:headEnd len="sm" w="sm" type="none"/>
                      <a:tailEnd len="sm" w="sm" type="none"/>
                    </a:lnT>
                    <a:lnB cap="flat" cmpd="sng" w="9525">
                      <a:solidFill>
                        <a:srgbClr val="03A9F4"/>
                      </a:solidFill>
                      <a:prstDash val="solid"/>
                      <a:round/>
                      <a:headEnd len="sm" w="sm" type="none"/>
                      <a:tailEnd len="sm" w="sm" type="none"/>
                    </a:lnB>
                    <a:solidFill>
                      <a:srgbClr val="03A9F4"/>
                    </a:solidFill>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b="1" sz="1100" u="none" cap="none" strike="noStrike">
                        <a:solidFill>
                          <a:schemeClr val="dk1"/>
                        </a:solidFill>
                        <a:latin typeface="Malgun Gothic"/>
                        <a:ea typeface="Malgun Gothic"/>
                        <a:cs typeface="Malgun Gothic"/>
                        <a:sym typeface="Malgun Gothic"/>
                      </a:endParaRPr>
                    </a:p>
                  </a:txBody>
                  <a:tcPr marT="45725" marB="45725" marR="90000" marL="90000" anchor="ctr">
                    <a:lnL cap="flat" cmpd="sng" w="9525">
                      <a:solidFill>
                        <a:srgbClr val="03A9F4"/>
                      </a:solidFill>
                      <a:prstDash val="solid"/>
                      <a:round/>
                      <a:headEnd len="sm" w="sm" type="none"/>
                      <a:tailEnd len="sm" w="sm" type="none"/>
                    </a:lnL>
                    <a:lnR cap="flat" cmpd="sng" w="9525">
                      <a:solidFill>
                        <a:srgbClr val="03A9F4"/>
                      </a:solidFill>
                      <a:prstDash val="solid"/>
                      <a:round/>
                      <a:headEnd len="sm" w="sm" type="none"/>
                      <a:tailEnd len="sm" w="sm" type="none"/>
                    </a:lnR>
                    <a:lnT cap="flat" cmpd="sng" w="19050">
                      <a:solidFill>
                        <a:srgbClr val="03A9F4"/>
                      </a:solidFill>
                      <a:prstDash val="solid"/>
                      <a:round/>
                      <a:headEnd len="sm" w="sm" type="none"/>
                      <a:tailEnd len="sm" w="sm" type="none"/>
                    </a:lnT>
                    <a:lnB cap="flat" cmpd="sng" w="9525">
                      <a:solidFill>
                        <a:srgbClr val="03A9F4"/>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1" lang="ko-KR" sz="1100" u="none" cap="none" strike="noStrike">
                          <a:solidFill>
                            <a:schemeClr val="lt1"/>
                          </a:solidFill>
                          <a:latin typeface="Malgun Gothic"/>
                          <a:ea typeface="Malgun Gothic"/>
                          <a:cs typeface="Malgun Gothic"/>
                          <a:sym typeface="Malgun Gothic"/>
                        </a:rPr>
                        <a:t>차시</a:t>
                      </a:r>
                      <a:endParaRPr sz="1400" u="none" cap="none" strike="noStrike"/>
                    </a:p>
                  </a:txBody>
                  <a:tcPr marT="45725" marB="45725" marR="0" marL="0" anchor="ctr">
                    <a:lnL cap="flat" cmpd="sng" w="9525">
                      <a:solidFill>
                        <a:srgbClr val="03A9F4"/>
                      </a:solidFill>
                      <a:prstDash val="solid"/>
                      <a:round/>
                      <a:headEnd len="sm" w="sm" type="none"/>
                      <a:tailEnd len="sm" w="sm" type="none"/>
                    </a:lnL>
                    <a:lnR cap="flat" cmpd="sng" w="9525">
                      <a:solidFill>
                        <a:srgbClr val="03A9F4"/>
                      </a:solidFill>
                      <a:prstDash val="solid"/>
                      <a:round/>
                      <a:headEnd len="sm" w="sm" type="none"/>
                      <a:tailEnd len="sm" w="sm" type="none"/>
                    </a:lnR>
                    <a:lnT cap="flat" cmpd="sng" w="19050">
                      <a:solidFill>
                        <a:srgbClr val="03A9F4"/>
                      </a:solidFill>
                      <a:prstDash val="solid"/>
                      <a:round/>
                      <a:headEnd len="sm" w="sm" type="none"/>
                      <a:tailEnd len="sm" w="sm" type="none"/>
                    </a:lnT>
                    <a:lnB cap="flat" cmpd="sng" w="9525">
                      <a:solidFill>
                        <a:srgbClr val="03A9F4"/>
                      </a:solidFill>
                      <a:prstDash val="solid"/>
                      <a:round/>
                      <a:headEnd len="sm" w="sm" type="none"/>
                      <a:tailEnd len="sm" w="sm" type="none"/>
                    </a:lnB>
                    <a:solidFill>
                      <a:srgbClr val="03A9F4"/>
                    </a:solidFill>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b="1" sz="1100" u="none" cap="none" strike="noStrike">
                        <a:solidFill>
                          <a:schemeClr val="dk1"/>
                        </a:solidFill>
                        <a:latin typeface="Malgun Gothic"/>
                        <a:ea typeface="Malgun Gothic"/>
                        <a:cs typeface="Malgun Gothic"/>
                        <a:sym typeface="Malgun Gothic"/>
                      </a:endParaRPr>
                    </a:p>
                  </a:txBody>
                  <a:tcPr marT="45725" marB="45725" marR="90000" marL="90000" anchor="ctr">
                    <a:lnL cap="flat" cmpd="sng" w="9525">
                      <a:solidFill>
                        <a:srgbClr val="03A9F4"/>
                      </a:solidFill>
                      <a:prstDash val="solid"/>
                      <a:round/>
                      <a:headEnd len="sm" w="sm" type="none"/>
                      <a:tailEnd len="sm" w="sm" type="none"/>
                    </a:lnL>
                    <a:lnR cap="flat" cmpd="sng" w="9525">
                      <a:solidFill>
                        <a:srgbClr val="03A9F4"/>
                      </a:solidFill>
                      <a:prstDash val="solid"/>
                      <a:round/>
                      <a:headEnd len="sm" w="sm" type="none"/>
                      <a:tailEnd len="sm" w="sm" type="none"/>
                    </a:lnR>
                    <a:lnT cap="flat" cmpd="sng" w="19050">
                      <a:solidFill>
                        <a:srgbClr val="03A9F4"/>
                      </a:solidFill>
                      <a:prstDash val="solid"/>
                      <a:round/>
                      <a:headEnd len="sm" w="sm" type="none"/>
                      <a:tailEnd len="sm" w="sm" type="none"/>
                    </a:lnT>
                    <a:lnB cap="flat" cmpd="sng" w="9525">
                      <a:solidFill>
                        <a:srgbClr val="03A9F4"/>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1" lang="ko-KR" sz="1100" u="none" cap="none" strike="noStrike">
                          <a:solidFill>
                            <a:schemeClr val="lt1"/>
                          </a:solidFill>
                          <a:latin typeface="Malgun Gothic"/>
                          <a:ea typeface="Malgun Gothic"/>
                          <a:cs typeface="Malgun Gothic"/>
                          <a:sym typeface="Malgun Gothic"/>
                        </a:rPr>
                        <a:t>대상</a:t>
                      </a:r>
                      <a:endParaRPr sz="1400" u="none" cap="none" strike="noStrike"/>
                    </a:p>
                  </a:txBody>
                  <a:tcPr marT="45725" marB="45725" marR="0" marL="0" anchor="ctr">
                    <a:lnL cap="flat" cmpd="sng" w="9525">
                      <a:solidFill>
                        <a:srgbClr val="03A9F4"/>
                      </a:solidFill>
                      <a:prstDash val="solid"/>
                      <a:round/>
                      <a:headEnd len="sm" w="sm" type="none"/>
                      <a:tailEnd len="sm" w="sm" type="none"/>
                    </a:lnL>
                    <a:lnR cap="flat" cmpd="sng" w="9525">
                      <a:solidFill>
                        <a:srgbClr val="03A9F4"/>
                      </a:solidFill>
                      <a:prstDash val="solid"/>
                      <a:round/>
                      <a:headEnd len="sm" w="sm" type="none"/>
                      <a:tailEnd len="sm" w="sm" type="none"/>
                    </a:lnR>
                    <a:lnT cap="flat" cmpd="sng" w="19050">
                      <a:solidFill>
                        <a:srgbClr val="03A9F4"/>
                      </a:solidFill>
                      <a:prstDash val="solid"/>
                      <a:round/>
                      <a:headEnd len="sm" w="sm" type="none"/>
                      <a:tailEnd len="sm" w="sm" type="none"/>
                    </a:lnT>
                    <a:lnB cap="flat" cmpd="sng" w="9525">
                      <a:solidFill>
                        <a:schemeClr val="lt1"/>
                      </a:solidFill>
                      <a:prstDash val="solid"/>
                      <a:round/>
                      <a:headEnd len="sm" w="sm" type="none"/>
                      <a:tailEnd len="sm" w="sm" type="none"/>
                    </a:lnB>
                    <a:solidFill>
                      <a:srgbClr val="03A9F4"/>
                    </a:solidFill>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b="1" sz="1100" u="none" cap="none" strike="noStrike">
                        <a:solidFill>
                          <a:schemeClr val="dk1"/>
                        </a:solidFill>
                        <a:latin typeface="Malgun Gothic"/>
                        <a:ea typeface="Malgun Gothic"/>
                        <a:cs typeface="Malgun Gothic"/>
                        <a:sym typeface="Malgun Gothic"/>
                      </a:endParaRPr>
                    </a:p>
                  </a:txBody>
                  <a:tcPr marT="45725" marB="45725" marR="90000" marL="90000" anchor="ctr">
                    <a:lnL cap="flat" cmpd="sng" w="9525">
                      <a:solidFill>
                        <a:srgbClr val="03A9F4"/>
                      </a:solidFill>
                      <a:prstDash val="solid"/>
                      <a:round/>
                      <a:headEnd len="sm" w="sm" type="none"/>
                      <a:tailEnd len="sm" w="sm" type="none"/>
                    </a:lnL>
                    <a:lnR cap="flat" cmpd="sng" w="9525">
                      <a:solidFill>
                        <a:srgbClr val="03A9F4"/>
                      </a:solidFill>
                      <a:prstDash val="solid"/>
                      <a:round/>
                      <a:headEnd len="sm" w="sm" type="none"/>
                      <a:tailEnd len="sm" w="sm" type="none"/>
                    </a:lnR>
                    <a:lnT cap="flat" cmpd="sng" w="19050">
                      <a:solidFill>
                        <a:srgbClr val="03A9F4"/>
                      </a:solidFill>
                      <a:prstDash val="solid"/>
                      <a:round/>
                      <a:headEnd len="sm" w="sm" type="none"/>
                      <a:tailEnd len="sm" w="sm" type="none"/>
                    </a:lnT>
                    <a:lnB cap="flat" cmpd="sng" w="9525">
                      <a:solidFill>
                        <a:srgbClr val="03A9F4"/>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1" lang="ko-KR" sz="1100" u="none" cap="none" strike="noStrike">
                          <a:solidFill>
                            <a:schemeClr val="lt1"/>
                          </a:solidFill>
                          <a:latin typeface="Malgun Gothic"/>
                          <a:ea typeface="Malgun Gothic"/>
                          <a:cs typeface="Malgun Gothic"/>
                          <a:sym typeface="Malgun Gothic"/>
                        </a:rPr>
                        <a:t>지도교사</a:t>
                      </a:r>
                      <a:endParaRPr sz="1400" u="none" cap="none" strike="noStrike"/>
                    </a:p>
                  </a:txBody>
                  <a:tcPr marT="45725" marB="45725" marR="0" marL="0" anchor="ctr">
                    <a:lnL cap="flat" cmpd="sng" w="9525">
                      <a:solidFill>
                        <a:srgbClr val="03A9F4"/>
                      </a:solidFill>
                      <a:prstDash val="solid"/>
                      <a:round/>
                      <a:headEnd len="sm" w="sm" type="none"/>
                      <a:tailEnd len="sm" w="sm" type="none"/>
                    </a:lnL>
                    <a:lnR cap="flat" cmpd="sng" w="9525">
                      <a:solidFill>
                        <a:srgbClr val="03A9F4"/>
                      </a:solidFill>
                      <a:prstDash val="solid"/>
                      <a:round/>
                      <a:headEnd len="sm" w="sm" type="none"/>
                      <a:tailEnd len="sm" w="sm" type="none"/>
                    </a:lnR>
                    <a:lnT cap="flat" cmpd="sng" w="19050">
                      <a:solidFill>
                        <a:srgbClr val="03A9F4"/>
                      </a:solidFill>
                      <a:prstDash val="solid"/>
                      <a:round/>
                      <a:headEnd len="sm" w="sm" type="none"/>
                      <a:tailEnd len="sm" w="sm" type="none"/>
                    </a:lnT>
                    <a:lnB cap="flat" cmpd="sng" w="9525">
                      <a:solidFill>
                        <a:srgbClr val="03A9F4"/>
                      </a:solidFill>
                      <a:prstDash val="solid"/>
                      <a:round/>
                      <a:headEnd len="sm" w="sm" type="none"/>
                      <a:tailEnd len="sm" w="sm" type="none"/>
                    </a:lnB>
                    <a:solidFill>
                      <a:srgbClr val="03A9F4"/>
                    </a:solidFill>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b="1" sz="1100" u="none" cap="none" strike="noStrike">
                        <a:latin typeface="Malgun Gothic"/>
                        <a:ea typeface="Malgun Gothic"/>
                        <a:cs typeface="Malgun Gothic"/>
                        <a:sym typeface="Malgun Gothic"/>
                      </a:endParaRPr>
                    </a:p>
                  </a:txBody>
                  <a:tcPr marT="45725" marB="45725" marR="90000" marL="90000" anchor="ctr">
                    <a:lnL cap="flat" cmpd="sng" w="9525">
                      <a:solidFill>
                        <a:srgbClr val="03A9F4"/>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9050">
                      <a:solidFill>
                        <a:srgbClr val="03A9F4"/>
                      </a:solidFill>
                      <a:prstDash val="solid"/>
                      <a:round/>
                      <a:headEnd len="sm" w="sm" type="none"/>
                      <a:tailEnd len="sm" w="sm" type="none"/>
                    </a:lnT>
                    <a:lnB cap="flat" cmpd="sng" w="9525">
                      <a:solidFill>
                        <a:srgbClr val="03A9F4"/>
                      </a:solidFill>
                      <a:prstDash val="solid"/>
                      <a:round/>
                      <a:headEnd len="sm" w="sm" type="none"/>
                      <a:tailEnd len="sm" w="sm" type="none"/>
                    </a:lnB>
                    <a:solidFill>
                      <a:schemeClr val="lt1"/>
                    </a:solidFill>
                  </a:tcPr>
                </a:tc>
              </a:tr>
              <a:tr h="314050">
                <a:tc>
                  <a:txBody>
                    <a:bodyPr/>
                    <a:lstStyle/>
                    <a:p>
                      <a:pPr indent="0" lvl="0" marL="0" marR="0" rtl="0" algn="ctr">
                        <a:lnSpc>
                          <a:spcPct val="100000"/>
                        </a:lnSpc>
                        <a:spcBef>
                          <a:spcPts val="0"/>
                        </a:spcBef>
                        <a:spcAft>
                          <a:spcPts val="0"/>
                        </a:spcAft>
                        <a:buClr>
                          <a:srgbClr val="000000"/>
                        </a:buClr>
                        <a:buSzPts val="1100"/>
                        <a:buFont typeface="Arial"/>
                        <a:buNone/>
                      </a:pPr>
                      <a:r>
                        <a:rPr b="1" lang="ko-KR" sz="1100" u="none" cap="none" strike="noStrike">
                          <a:solidFill>
                            <a:schemeClr val="lt1"/>
                          </a:solidFill>
                          <a:latin typeface="Malgun Gothic"/>
                          <a:ea typeface="Malgun Gothic"/>
                          <a:cs typeface="Malgun Gothic"/>
                          <a:sym typeface="Malgun Gothic"/>
                        </a:rPr>
                        <a:t>수업 주제</a:t>
                      </a:r>
                      <a:endParaRPr sz="1400" u="none" cap="none" strike="noStrike"/>
                    </a:p>
                  </a:txBody>
                  <a:tcPr marT="45725" marB="45725" marR="0" marL="0" anchor="ctr">
                    <a:lnL cap="flat" cmpd="sng" w="9525">
                      <a:solidFill>
                        <a:srgbClr val="000000">
                          <a:alpha val="0"/>
                        </a:srgbClr>
                      </a:solidFill>
                      <a:prstDash val="solid"/>
                      <a:round/>
                      <a:headEnd len="sm" w="sm" type="none"/>
                      <a:tailEnd len="sm" w="sm" type="none"/>
                    </a:lnL>
                    <a:lnR cap="flat" cmpd="sng" w="9525">
                      <a:solidFill>
                        <a:srgbClr val="03A9F4"/>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03A9F4"/>
                    </a:solidFill>
                  </a:tcPr>
                </a:tc>
                <a:tc gridSpan="5">
                  <a:txBody>
                    <a:bodyPr/>
                    <a:lstStyle/>
                    <a:p>
                      <a:pPr indent="0" lvl="0" marL="0" marR="0" rtl="0" algn="l">
                        <a:lnSpc>
                          <a:spcPct val="100000"/>
                        </a:lnSpc>
                        <a:spcBef>
                          <a:spcPts val="0"/>
                        </a:spcBef>
                        <a:spcAft>
                          <a:spcPts val="0"/>
                        </a:spcAft>
                        <a:buClr>
                          <a:schemeClr val="dk1"/>
                        </a:buClr>
                        <a:buSzPts val="1100"/>
                        <a:buFont typeface="Calibri"/>
                        <a:buNone/>
                      </a:pPr>
                      <a:r>
                        <a:t/>
                      </a:r>
                      <a:endParaRPr b="1" sz="1100" u="none" cap="none" strike="noStrike">
                        <a:solidFill>
                          <a:schemeClr val="dk1"/>
                        </a:solidFill>
                        <a:latin typeface="Malgun Gothic"/>
                        <a:ea typeface="Malgun Gothic"/>
                        <a:cs typeface="Malgun Gothic"/>
                        <a:sym typeface="Malgun Gothic"/>
                      </a:endParaRPr>
                    </a:p>
                  </a:txBody>
                  <a:tcPr marT="45725" marB="45725" marR="90000" marL="90000" anchor="ctr">
                    <a:lnL cap="flat" cmpd="sng" w="9525">
                      <a:solidFill>
                        <a:srgbClr val="03A9F4"/>
                      </a:solidFill>
                      <a:prstDash val="solid"/>
                      <a:round/>
                      <a:headEnd len="sm" w="sm" type="none"/>
                      <a:tailEnd len="sm" w="sm" type="none"/>
                    </a:lnL>
                    <a:lnR cap="flat" cmpd="sng" w="9525">
                      <a:solidFill>
                        <a:srgbClr val="03A9F4"/>
                      </a:solidFill>
                      <a:prstDash val="solid"/>
                      <a:round/>
                      <a:headEnd len="sm" w="sm" type="none"/>
                      <a:tailEnd len="sm" w="sm" type="none"/>
                    </a:lnR>
                    <a:lnT cap="flat" cmpd="sng" w="9525">
                      <a:solidFill>
                        <a:srgbClr val="03A9F4"/>
                      </a:solidFill>
                      <a:prstDash val="solid"/>
                      <a:round/>
                      <a:headEnd len="sm" w="sm" type="none"/>
                      <a:tailEnd len="sm" w="sm" type="none"/>
                    </a:lnT>
                    <a:lnB cap="flat" cmpd="sng" w="9525">
                      <a:solidFill>
                        <a:srgbClr val="03A9F4"/>
                      </a:solidFill>
                      <a:prstDash val="solid"/>
                      <a:round/>
                      <a:headEnd len="sm" w="sm" type="none"/>
                      <a:tailEnd len="sm" w="sm" type="none"/>
                    </a:lnB>
                    <a:solidFill>
                      <a:schemeClr val="lt1"/>
                    </a:solidFill>
                  </a:tcPr>
                </a:tc>
                <a:tc hMerge="1"/>
                <a:tc hMerge="1"/>
                <a:tc hMerge="1"/>
                <a:tc hMerge="1"/>
                <a:tc>
                  <a:txBody>
                    <a:bodyPr/>
                    <a:lstStyle/>
                    <a:p>
                      <a:pPr indent="0" lvl="0" marL="0" marR="0" rtl="0" algn="ctr">
                        <a:lnSpc>
                          <a:spcPct val="100000"/>
                        </a:lnSpc>
                        <a:spcBef>
                          <a:spcPts val="0"/>
                        </a:spcBef>
                        <a:spcAft>
                          <a:spcPts val="0"/>
                        </a:spcAft>
                        <a:buClr>
                          <a:srgbClr val="000000"/>
                        </a:buClr>
                        <a:buSzPts val="1100"/>
                        <a:buFont typeface="Arial"/>
                        <a:buNone/>
                      </a:pPr>
                      <a:r>
                        <a:rPr b="1" lang="ko-KR" sz="1100" u="none" cap="none" strike="noStrike">
                          <a:solidFill>
                            <a:schemeClr val="lt1"/>
                          </a:solidFill>
                          <a:latin typeface="Malgun Gothic"/>
                          <a:ea typeface="Malgun Gothic"/>
                          <a:cs typeface="Malgun Gothic"/>
                          <a:sym typeface="Malgun Gothic"/>
                        </a:rPr>
                        <a:t>성취기준</a:t>
                      </a:r>
                      <a:endParaRPr sz="1400" u="none" cap="none" strike="noStrike"/>
                    </a:p>
                  </a:txBody>
                  <a:tcPr marT="45725" marB="45725" marR="0" marL="0" anchor="ctr">
                    <a:lnL cap="flat" cmpd="sng" w="9525">
                      <a:solidFill>
                        <a:srgbClr val="03A9F4"/>
                      </a:solidFill>
                      <a:prstDash val="solid"/>
                      <a:round/>
                      <a:headEnd len="sm" w="sm" type="none"/>
                      <a:tailEnd len="sm" w="sm" type="none"/>
                    </a:lnL>
                    <a:lnR cap="flat" cmpd="sng" w="9525">
                      <a:solidFill>
                        <a:srgbClr val="03A9F4"/>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03A9F4"/>
                    </a:solidFill>
                  </a:tcPr>
                </a:tc>
                <a:tc gridSpan="3">
                  <a:txBody>
                    <a:bodyPr/>
                    <a:lstStyle/>
                    <a:p>
                      <a:pPr indent="0" lvl="0" marL="0" marR="0" rtl="0" algn="l">
                        <a:lnSpc>
                          <a:spcPct val="100000"/>
                        </a:lnSpc>
                        <a:spcBef>
                          <a:spcPts val="0"/>
                        </a:spcBef>
                        <a:spcAft>
                          <a:spcPts val="0"/>
                        </a:spcAft>
                        <a:buClr>
                          <a:schemeClr val="dk1"/>
                        </a:buClr>
                        <a:buSzPts val="1100"/>
                        <a:buFont typeface="Calibri"/>
                        <a:buNone/>
                      </a:pPr>
                      <a:r>
                        <a:t/>
                      </a:r>
                      <a:endParaRPr b="1" sz="1100" u="none" cap="none" strike="noStrike">
                        <a:solidFill>
                          <a:schemeClr val="dk1"/>
                        </a:solidFill>
                        <a:latin typeface="Malgun Gothic"/>
                        <a:ea typeface="Malgun Gothic"/>
                        <a:cs typeface="Malgun Gothic"/>
                        <a:sym typeface="Malgun Gothic"/>
                      </a:endParaRPr>
                    </a:p>
                  </a:txBody>
                  <a:tcPr marT="45725" marB="45725" marR="90000" marL="90000" anchor="ctr">
                    <a:lnL cap="flat" cmpd="sng" w="9525">
                      <a:solidFill>
                        <a:srgbClr val="03A9F4"/>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3A9F4"/>
                      </a:solidFill>
                      <a:prstDash val="solid"/>
                      <a:round/>
                      <a:headEnd len="sm" w="sm" type="none"/>
                      <a:tailEnd len="sm" w="sm" type="none"/>
                    </a:lnT>
                    <a:lnB cap="flat" cmpd="sng" w="9525">
                      <a:solidFill>
                        <a:srgbClr val="03A9F4"/>
                      </a:solidFill>
                      <a:prstDash val="solid"/>
                      <a:round/>
                      <a:headEnd len="sm" w="sm" type="none"/>
                      <a:tailEnd len="sm" w="sm" type="none"/>
                    </a:lnB>
                    <a:solidFill>
                      <a:schemeClr val="lt1"/>
                    </a:solidFill>
                  </a:tcPr>
                </a:tc>
                <a:tc hMerge="1"/>
                <a:tc hMerge="1"/>
              </a:tr>
              <a:tr h="314050">
                <a:tc>
                  <a:txBody>
                    <a:bodyPr/>
                    <a:lstStyle/>
                    <a:p>
                      <a:pPr indent="0" lvl="0" marL="0" marR="0" rtl="0" algn="ctr">
                        <a:lnSpc>
                          <a:spcPct val="100000"/>
                        </a:lnSpc>
                        <a:spcBef>
                          <a:spcPts val="0"/>
                        </a:spcBef>
                        <a:spcAft>
                          <a:spcPts val="0"/>
                        </a:spcAft>
                        <a:buClr>
                          <a:schemeClr val="lt1"/>
                        </a:buClr>
                        <a:buSzPts val="1100"/>
                        <a:buFont typeface="Malgun Gothic"/>
                        <a:buNone/>
                      </a:pPr>
                      <a:r>
                        <a:rPr b="1" lang="ko-KR" sz="1100" u="none" cap="none" strike="noStrike">
                          <a:solidFill>
                            <a:schemeClr val="lt1"/>
                          </a:solidFill>
                          <a:latin typeface="Malgun Gothic"/>
                          <a:ea typeface="Malgun Gothic"/>
                          <a:cs typeface="Malgun Gothic"/>
                          <a:sym typeface="Malgun Gothic"/>
                        </a:rPr>
                        <a:t>탐구 질문</a:t>
                      </a:r>
                      <a:endParaRPr b="1" sz="1100" u="none" cap="none" strike="noStrike">
                        <a:solidFill>
                          <a:schemeClr val="lt1"/>
                        </a:solidFill>
                        <a:latin typeface="Malgun Gothic"/>
                        <a:ea typeface="Malgun Gothic"/>
                        <a:cs typeface="Malgun Gothic"/>
                        <a:sym typeface="Malgun Gothic"/>
                      </a:endParaRPr>
                    </a:p>
                  </a:txBody>
                  <a:tcPr marT="45725" marB="45725" marR="0" marL="0" anchor="ctr">
                    <a:lnL cap="flat" cmpd="sng" w="9525">
                      <a:solidFill>
                        <a:srgbClr val="000000">
                          <a:alpha val="0"/>
                        </a:srgbClr>
                      </a:solidFill>
                      <a:prstDash val="solid"/>
                      <a:round/>
                      <a:headEnd len="sm" w="sm" type="none"/>
                      <a:tailEnd len="sm" w="sm" type="none"/>
                    </a:lnL>
                    <a:lnR cap="flat" cmpd="sng" w="9525">
                      <a:solidFill>
                        <a:srgbClr val="03A9F4"/>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03A9F4"/>
                    </a:solidFill>
                  </a:tcPr>
                </a:tc>
                <a:tc gridSpan="5">
                  <a:txBody>
                    <a:bodyPr/>
                    <a:lstStyle/>
                    <a:p>
                      <a:pPr indent="0" lvl="0" marL="0" marR="0" rtl="0" algn="l">
                        <a:lnSpc>
                          <a:spcPct val="100000"/>
                        </a:lnSpc>
                        <a:spcBef>
                          <a:spcPts val="0"/>
                        </a:spcBef>
                        <a:spcAft>
                          <a:spcPts val="0"/>
                        </a:spcAft>
                        <a:buClr>
                          <a:schemeClr val="dk1"/>
                        </a:buClr>
                        <a:buSzPts val="1100"/>
                        <a:buFont typeface="Calibri"/>
                        <a:buNone/>
                      </a:pPr>
                      <a:r>
                        <a:t/>
                      </a:r>
                      <a:endParaRPr b="1" sz="1100" u="none" cap="none" strike="noStrike">
                        <a:solidFill>
                          <a:schemeClr val="dk1"/>
                        </a:solidFill>
                        <a:latin typeface="Malgun Gothic"/>
                        <a:ea typeface="Malgun Gothic"/>
                        <a:cs typeface="Malgun Gothic"/>
                        <a:sym typeface="Malgun Gothic"/>
                      </a:endParaRPr>
                    </a:p>
                  </a:txBody>
                  <a:tcPr marT="45725" marB="45725" marR="90000" marL="90000" anchor="ctr">
                    <a:lnL cap="flat" cmpd="sng" w="9525">
                      <a:solidFill>
                        <a:srgbClr val="03A9F4"/>
                      </a:solidFill>
                      <a:prstDash val="solid"/>
                      <a:round/>
                      <a:headEnd len="sm" w="sm" type="none"/>
                      <a:tailEnd len="sm" w="sm" type="none"/>
                    </a:lnL>
                    <a:lnR cap="flat" cmpd="sng" w="9525">
                      <a:solidFill>
                        <a:srgbClr val="03A9F4"/>
                      </a:solidFill>
                      <a:prstDash val="solid"/>
                      <a:round/>
                      <a:headEnd len="sm" w="sm" type="none"/>
                      <a:tailEnd len="sm" w="sm" type="none"/>
                    </a:lnR>
                    <a:lnT cap="flat" cmpd="sng" w="9525">
                      <a:solidFill>
                        <a:srgbClr val="03A9F4"/>
                      </a:solidFill>
                      <a:prstDash val="solid"/>
                      <a:round/>
                      <a:headEnd len="sm" w="sm" type="none"/>
                      <a:tailEnd len="sm" w="sm" type="none"/>
                    </a:lnT>
                    <a:lnB cap="flat" cmpd="sng" w="9525">
                      <a:solidFill>
                        <a:srgbClr val="03A9F4"/>
                      </a:solidFill>
                      <a:prstDash val="solid"/>
                      <a:round/>
                      <a:headEnd len="sm" w="sm" type="none"/>
                      <a:tailEnd len="sm" w="sm" type="none"/>
                    </a:lnB>
                    <a:solidFill>
                      <a:schemeClr val="lt1"/>
                    </a:solidFill>
                  </a:tcPr>
                </a:tc>
                <a:tc hMerge="1"/>
                <a:tc hMerge="1"/>
                <a:tc hMerge="1"/>
                <a:tc hMerge="1"/>
                <a:tc>
                  <a:txBody>
                    <a:bodyPr/>
                    <a:lstStyle/>
                    <a:p>
                      <a:pPr indent="0" lvl="0" marL="0" marR="0" rtl="0" algn="ctr">
                        <a:lnSpc>
                          <a:spcPct val="100000"/>
                        </a:lnSpc>
                        <a:spcBef>
                          <a:spcPts val="0"/>
                        </a:spcBef>
                        <a:spcAft>
                          <a:spcPts val="0"/>
                        </a:spcAft>
                        <a:buClr>
                          <a:srgbClr val="000000"/>
                        </a:buClr>
                        <a:buSzPts val="1100"/>
                        <a:buFont typeface="Arial"/>
                        <a:buNone/>
                      </a:pPr>
                      <a:r>
                        <a:rPr b="1" lang="ko-KR" sz="1100" u="none" cap="none" strike="noStrike">
                          <a:solidFill>
                            <a:schemeClr val="lt1"/>
                          </a:solidFill>
                          <a:latin typeface="Malgun Gothic"/>
                          <a:ea typeface="Malgun Gothic"/>
                          <a:cs typeface="Malgun Gothic"/>
                          <a:sym typeface="Malgun Gothic"/>
                        </a:rPr>
                        <a:t>AI</a:t>
                      </a:r>
                      <a:r>
                        <a:rPr b="1" lang="ko-KR" sz="1100" u="none" cap="none" strike="noStrike">
                          <a:solidFill>
                            <a:schemeClr val="lt1"/>
                          </a:solidFill>
                        </a:rPr>
                        <a:t>·</a:t>
                      </a:r>
                      <a:r>
                        <a:rPr b="1" lang="ko-KR" sz="1100" u="none" cap="none" strike="noStrike">
                          <a:solidFill>
                            <a:schemeClr val="lt1"/>
                          </a:solidFill>
                          <a:latin typeface="Malgun Gothic"/>
                          <a:ea typeface="Malgun Gothic"/>
                          <a:cs typeface="Malgun Gothic"/>
                          <a:sym typeface="Malgun Gothic"/>
                        </a:rPr>
                        <a:t>디지털 도구</a:t>
                      </a:r>
                      <a:endParaRPr sz="1400" u="none" cap="none" strike="noStrike"/>
                    </a:p>
                  </a:txBody>
                  <a:tcPr marT="45725" marB="45725" marR="0" marL="0" anchor="ctr">
                    <a:lnL cap="flat" cmpd="sng" w="9525">
                      <a:solidFill>
                        <a:srgbClr val="03A9F4"/>
                      </a:solidFill>
                      <a:prstDash val="solid"/>
                      <a:round/>
                      <a:headEnd len="sm" w="sm" type="none"/>
                      <a:tailEnd len="sm" w="sm" type="none"/>
                    </a:lnL>
                    <a:lnR cap="flat" cmpd="sng" w="9525">
                      <a:solidFill>
                        <a:srgbClr val="03A9F4"/>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03A9F4"/>
                    </a:solidFill>
                  </a:tcPr>
                </a:tc>
                <a:tc gridSpan="3">
                  <a:txBody>
                    <a:bodyPr/>
                    <a:lstStyle/>
                    <a:p>
                      <a:pPr indent="0" lvl="0" marL="0" marR="0" rtl="0" algn="l">
                        <a:lnSpc>
                          <a:spcPct val="100000"/>
                        </a:lnSpc>
                        <a:spcBef>
                          <a:spcPts val="0"/>
                        </a:spcBef>
                        <a:spcAft>
                          <a:spcPts val="0"/>
                        </a:spcAft>
                        <a:buClr>
                          <a:schemeClr val="dk1"/>
                        </a:buClr>
                        <a:buSzPts val="1100"/>
                        <a:buFont typeface="Calibri"/>
                        <a:buNone/>
                      </a:pPr>
                      <a:r>
                        <a:t/>
                      </a:r>
                      <a:endParaRPr b="1" sz="1100" u="none" cap="none" strike="noStrike">
                        <a:solidFill>
                          <a:schemeClr val="dk1"/>
                        </a:solidFill>
                        <a:latin typeface="Malgun Gothic"/>
                        <a:ea typeface="Malgun Gothic"/>
                        <a:cs typeface="Malgun Gothic"/>
                        <a:sym typeface="Malgun Gothic"/>
                      </a:endParaRPr>
                    </a:p>
                  </a:txBody>
                  <a:tcPr marT="45725" marB="45725" marR="90000" marL="90000" anchor="ctr">
                    <a:lnL cap="flat" cmpd="sng" w="9525">
                      <a:solidFill>
                        <a:srgbClr val="03A9F4"/>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3A9F4"/>
                      </a:solidFill>
                      <a:prstDash val="solid"/>
                      <a:round/>
                      <a:headEnd len="sm" w="sm" type="none"/>
                      <a:tailEnd len="sm" w="sm" type="none"/>
                    </a:lnT>
                    <a:lnB cap="flat" cmpd="sng" w="9525">
                      <a:solidFill>
                        <a:srgbClr val="03A9F4"/>
                      </a:solidFill>
                      <a:prstDash val="solid"/>
                      <a:round/>
                      <a:headEnd len="sm" w="sm" type="none"/>
                      <a:tailEnd len="sm" w="sm" type="none"/>
                    </a:lnB>
                    <a:solidFill>
                      <a:schemeClr val="lt1"/>
                    </a:solidFill>
                  </a:tcPr>
                </a:tc>
                <a:tc hMerge="1"/>
                <a:tc hMerge="1"/>
              </a:tr>
              <a:tr h="314050">
                <a:tc>
                  <a:txBody>
                    <a:bodyPr/>
                    <a:lstStyle/>
                    <a:p>
                      <a:pPr indent="0" lvl="0" marL="0" marR="0" rtl="0" algn="ctr">
                        <a:lnSpc>
                          <a:spcPct val="100000"/>
                        </a:lnSpc>
                        <a:spcBef>
                          <a:spcPts val="0"/>
                        </a:spcBef>
                        <a:spcAft>
                          <a:spcPts val="0"/>
                        </a:spcAft>
                        <a:buClr>
                          <a:schemeClr val="lt1"/>
                        </a:buClr>
                        <a:buSzPts val="1100"/>
                        <a:buFont typeface="Malgun Gothic"/>
                        <a:buNone/>
                      </a:pPr>
                      <a:r>
                        <a:rPr b="1" lang="ko-KR" sz="1100" u="none" cap="none" strike="noStrike">
                          <a:solidFill>
                            <a:schemeClr val="lt1"/>
                          </a:solidFill>
                          <a:latin typeface="Malgun Gothic"/>
                          <a:ea typeface="Malgun Gothic"/>
                          <a:cs typeface="Malgun Gothic"/>
                          <a:sym typeface="Malgun Gothic"/>
                        </a:rPr>
                        <a:t>수업 의도</a:t>
                      </a:r>
                      <a:endParaRPr b="1" sz="1100" u="none" cap="none" strike="noStrike">
                        <a:solidFill>
                          <a:schemeClr val="lt1"/>
                        </a:solidFill>
                        <a:latin typeface="Malgun Gothic"/>
                        <a:ea typeface="Malgun Gothic"/>
                        <a:cs typeface="Malgun Gothic"/>
                        <a:sym typeface="Malgun Gothic"/>
                      </a:endParaRPr>
                    </a:p>
                  </a:txBody>
                  <a:tcPr marT="45725" marB="45725" marR="0" marL="0" anchor="ctr">
                    <a:lnL cap="flat" cmpd="sng" w="9525">
                      <a:solidFill>
                        <a:srgbClr val="000000">
                          <a:alpha val="0"/>
                        </a:srgbClr>
                      </a:solidFill>
                      <a:prstDash val="solid"/>
                      <a:round/>
                      <a:headEnd len="sm" w="sm" type="none"/>
                      <a:tailEnd len="sm" w="sm" type="none"/>
                    </a:lnL>
                    <a:lnR cap="flat" cmpd="sng" w="9525">
                      <a:solidFill>
                        <a:srgbClr val="03A9F4"/>
                      </a:solidFill>
                      <a:prstDash val="solid"/>
                      <a:round/>
                      <a:headEnd len="sm" w="sm" type="none"/>
                      <a:tailEnd len="sm" w="sm" type="none"/>
                    </a:lnR>
                    <a:lnT cap="flat" cmpd="sng" w="9525">
                      <a:solidFill>
                        <a:schemeClr val="lt1"/>
                      </a:solidFill>
                      <a:prstDash val="solid"/>
                      <a:round/>
                      <a:headEnd len="sm" w="sm" type="none"/>
                      <a:tailEnd len="sm" w="sm" type="none"/>
                    </a:lnT>
                    <a:lnB cap="flat" cmpd="sng" w="19050">
                      <a:solidFill>
                        <a:srgbClr val="03A9F4"/>
                      </a:solidFill>
                      <a:prstDash val="solid"/>
                      <a:round/>
                      <a:headEnd len="sm" w="sm" type="none"/>
                      <a:tailEnd len="sm" w="sm" type="none"/>
                    </a:lnB>
                    <a:solidFill>
                      <a:srgbClr val="03A9F4"/>
                    </a:solidFill>
                  </a:tcPr>
                </a:tc>
                <a:tc gridSpan="5">
                  <a:txBody>
                    <a:bodyPr/>
                    <a:lstStyle/>
                    <a:p>
                      <a:pPr indent="0" lvl="0" marL="0" marR="0" rtl="0" algn="l">
                        <a:lnSpc>
                          <a:spcPct val="100000"/>
                        </a:lnSpc>
                        <a:spcBef>
                          <a:spcPts val="0"/>
                        </a:spcBef>
                        <a:spcAft>
                          <a:spcPts val="0"/>
                        </a:spcAft>
                        <a:buClr>
                          <a:srgbClr val="000000"/>
                        </a:buClr>
                        <a:buSzPts val="1100"/>
                        <a:buFont typeface="Arial"/>
                        <a:buNone/>
                      </a:pPr>
                      <a:r>
                        <a:t/>
                      </a:r>
                      <a:endParaRPr b="1" sz="1100" u="none" cap="none" strike="noStrike">
                        <a:solidFill>
                          <a:schemeClr val="dk1"/>
                        </a:solidFill>
                        <a:latin typeface="Malgun Gothic"/>
                        <a:ea typeface="Malgun Gothic"/>
                        <a:cs typeface="Malgun Gothic"/>
                        <a:sym typeface="Malgun Gothic"/>
                      </a:endParaRPr>
                    </a:p>
                  </a:txBody>
                  <a:tcPr marT="45725" marB="45725" marR="90000" marL="90000" anchor="ctr">
                    <a:lnL cap="flat" cmpd="sng" w="9525">
                      <a:solidFill>
                        <a:srgbClr val="03A9F4"/>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3A9F4"/>
                      </a:solidFill>
                      <a:prstDash val="solid"/>
                      <a:round/>
                      <a:headEnd len="sm" w="sm" type="none"/>
                      <a:tailEnd len="sm" w="sm" type="none"/>
                    </a:lnT>
                    <a:lnB cap="flat" cmpd="sng" w="19050">
                      <a:solidFill>
                        <a:srgbClr val="03A9F4"/>
                      </a:solidFill>
                      <a:prstDash val="solid"/>
                      <a:round/>
                      <a:headEnd len="sm" w="sm" type="none"/>
                      <a:tailEnd len="sm" w="sm" type="none"/>
                    </a:lnB>
                    <a:solidFill>
                      <a:schemeClr val="lt1"/>
                    </a:solidFill>
                  </a:tcPr>
                </a:tc>
                <a:tc hMerge="1"/>
                <a:tc hMerge="1"/>
                <a:tc hMerge="1"/>
                <a:tc hMerge="1"/>
                <a:tc>
                  <a:txBody>
                    <a:bodyPr/>
                    <a:lstStyle/>
                    <a:p>
                      <a:pPr indent="0" lvl="0" marL="0" marR="0" rtl="0" algn="l">
                        <a:lnSpc>
                          <a:spcPct val="100000"/>
                        </a:lnSpc>
                        <a:spcBef>
                          <a:spcPts val="0"/>
                        </a:spcBef>
                        <a:spcAft>
                          <a:spcPts val="0"/>
                        </a:spcAft>
                        <a:buClr>
                          <a:srgbClr val="000000"/>
                        </a:buClr>
                        <a:buSzPts val="1100"/>
                        <a:buFont typeface="Arial"/>
                        <a:buNone/>
                      </a:pPr>
                      <a:r>
                        <a:rPr b="1" lang="ko-KR" sz="1100" u="none" cap="none" strike="noStrike">
                          <a:solidFill>
                            <a:schemeClr val="lt1"/>
                          </a:solidFill>
                          <a:latin typeface="Malgun Gothic"/>
                          <a:ea typeface="Malgun Gothic"/>
                          <a:cs typeface="Malgun Gothic"/>
                          <a:sym typeface="Malgun Gothic"/>
                        </a:rPr>
                        <a:t>수업 전 학생 및 과제 분석</a:t>
                      </a:r>
                      <a:endParaRPr sz="1400" u="none" cap="none" strike="noStrike"/>
                    </a:p>
                  </a:txBody>
                  <a:tcPr marT="45725" marB="45725" marR="90000" marL="90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lt1"/>
                      </a:solidFill>
                      <a:prstDash val="solid"/>
                      <a:round/>
                      <a:headEnd len="sm" w="sm" type="none"/>
                      <a:tailEnd len="sm" w="sm" type="none"/>
                    </a:lnT>
                    <a:lnB cap="flat" cmpd="sng" w="19050">
                      <a:solidFill>
                        <a:srgbClr val="03A9F4"/>
                      </a:solidFill>
                      <a:prstDash val="solid"/>
                      <a:round/>
                      <a:headEnd len="sm" w="sm" type="none"/>
                      <a:tailEnd len="sm" w="sm" type="none"/>
                    </a:lnB>
                    <a:solidFill>
                      <a:srgbClr val="03A9F4"/>
                    </a:solidFill>
                  </a:tcPr>
                </a:tc>
                <a:tc gridSpan="3">
                  <a:txBody>
                    <a:bodyPr/>
                    <a:lstStyle/>
                    <a:p>
                      <a:pPr indent="0" lvl="0" marL="0" marR="0" rtl="0" algn="l">
                        <a:lnSpc>
                          <a:spcPct val="100000"/>
                        </a:lnSpc>
                        <a:spcBef>
                          <a:spcPts val="0"/>
                        </a:spcBef>
                        <a:spcAft>
                          <a:spcPts val="0"/>
                        </a:spcAft>
                        <a:buClr>
                          <a:srgbClr val="000000"/>
                        </a:buClr>
                        <a:buSzPts val="1100"/>
                        <a:buFont typeface="Arial"/>
                        <a:buNone/>
                      </a:pPr>
                      <a:r>
                        <a:t/>
                      </a:r>
                      <a:endParaRPr b="1" sz="1100" u="none" cap="none" strike="noStrike">
                        <a:solidFill>
                          <a:schemeClr val="dk1"/>
                        </a:solidFill>
                        <a:latin typeface="Malgun Gothic"/>
                        <a:ea typeface="Malgun Gothic"/>
                        <a:cs typeface="Malgun Gothic"/>
                        <a:sym typeface="Malgun Gothic"/>
                      </a:endParaRPr>
                    </a:p>
                  </a:txBody>
                  <a:tcPr marT="45725" marB="45725" marR="90000" marL="90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3A9F4"/>
                      </a:solidFill>
                      <a:prstDash val="solid"/>
                      <a:round/>
                      <a:headEnd len="sm" w="sm" type="none"/>
                      <a:tailEnd len="sm" w="sm" type="none"/>
                    </a:lnT>
                    <a:lnB cap="flat" cmpd="sng" w="19050">
                      <a:solidFill>
                        <a:srgbClr val="03A9F4"/>
                      </a:solidFill>
                      <a:prstDash val="solid"/>
                      <a:round/>
                      <a:headEnd len="sm" w="sm" type="none"/>
                      <a:tailEnd len="sm" w="sm" type="none"/>
                    </a:lnB>
                    <a:solidFill>
                      <a:schemeClr val="lt1"/>
                    </a:solidFill>
                  </a:tcPr>
                </a:tc>
                <a:tc hMerge="1"/>
                <a:tc hMerge="1"/>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pic>
        <p:nvPicPr>
          <p:cNvPr id="162" name="Google Shape;162;g3f3b1709a98_0_186"/>
          <p:cNvPicPr preferRelativeResize="0"/>
          <p:nvPr/>
        </p:nvPicPr>
        <p:blipFill>
          <a:blip r:embed="rId3">
            <a:alphaModFix/>
          </a:blip>
          <a:stretch>
            <a:fillRect/>
          </a:stretch>
        </p:blipFill>
        <p:spPr>
          <a:xfrm>
            <a:off x="152400" y="152400"/>
            <a:ext cx="11640970" cy="8694725"/>
          </a:xfrm>
          <a:prstGeom prst="rect">
            <a:avLst/>
          </a:prstGeom>
          <a:noFill/>
          <a:ln>
            <a:noFill/>
          </a:ln>
        </p:spPr>
      </p:pic>
      <p:pic>
        <p:nvPicPr>
          <p:cNvPr id="163" name="Google Shape;163;g3f3b1709a98_0_186"/>
          <p:cNvPicPr preferRelativeResize="0"/>
          <p:nvPr/>
        </p:nvPicPr>
        <p:blipFill>
          <a:blip r:embed="rId4">
            <a:alphaModFix/>
          </a:blip>
          <a:stretch>
            <a:fillRect/>
          </a:stretch>
        </p:blipFill>
        <p:spPr>
          <a:xfrm>
            <a:off x="1543100" y="2445325"/>
            <a:ext cx="9525000" cy="3333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grpSp>
        <p:nvGrpSpPr>
          <p:cNvPr id="169" name="Google Shape;169;g3f3b1709a98_0_130"/>
          <p:cNvGrpSpPr/>
          <p:nvPr/>
        </p:nvGrpSpPr>
        <p:grpSpPr>
          <a:xfrm>
            <a:off x="260060" y="134638"/>
            <a:ext cx="11671761" cy="338700"/>
            <a:chOff x="260060" y="463574"/>
            <a:chExt cx="11671761" cy="338700"/>
          </a:xfrm>
        </p:grpSpPr>
        <p:sp>
          <p:nvSpPr>
            <p:cNvPr id="170" name="Google Shape;170;g3f3b1709a98_0_130"/>
            <p:cNvSpPr txBox="1"/>
            <p:nvPr/>
          </p:nvSpPr>
          <p:spPr>
            <a:xfrm>
              <a:off x="260060" y="463574"/>
              <a:ext cx="1015200" cy="338700"/>
            </a:xfrm>
            <a:prstGeom prst="rect">
              <a:avLst/>
            </a:prstGeom>
            <a:solidFill>
              <a:srgbClr val="2E75B5"/>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1" i="0" lang="ko-KR" sz="1600" u="none" cap="none" strike="noStrike">
                  <a:solidFill>
                    <a:schemeClr val="lt1"/>
                  </a:solidFill>
                  <a:latin typeface="Calibri"/>
                  <a:ea typeface="Calibri"/>
                  <a:cs typeface="Calibri"/>
                  <a:sym typeface="Calibri"/>
                </a:rPr>
                <a:t>별첨</a:t>
              </a:r>
              <a:endParaRPr b="0" i="0" sz="1400" u="none" cap="none" strike="noStrike">
                <a:solidFill>
                  <a:srgbClr val="000000"/>
                </a:solidFill>
                <a:latin typeface="Arial"/>
                <a:ea typeface="Arial"/>
                <a:cs typeface="Arial"/>
                <a:sym typeface="Arial"/>
              </a:endParaRPr>
            </a:p>
          </p:txBody>
        </p:sp>
        <p:sp>
          <p:nvSpPr>
            <p:cNvPr id="171" name="Google Shape;171;g3f3b1709a98_0_130"/>
            <p:cNvSpPr txBox="1"/>
            <p:nvPr/>
          </p:nvSpPr>
          <p:spPr>
            <a:xfrm>
              <a:off x="1434521" y="463574"/>
              <a:ext cx="10497300" cy="338700"/>
            </a:xfrm>
            <a:prstGeom prst="rect">
              <a:avLst/>
            </a:pr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600"/>
                <a:buFont typeface="Arial"/>
                <a:buNone/>
              </a:pPr>
              <a:r>
                <a:rPr b="1" i="0" lang="ko-KR" sz="1600" u="none" cap="none" strike="noStrike">
                  <a:solidFill>
                    <a:schemeClr val="dk1"/>
                  </a:solidFill>
                  <a:latin typeface="Calibri"/>
                  <a:ea typeface="Calibri"/>
                  <a:cs typeface="Calibri"/>
                  <a:sym typeface="Calibri"/>
                </a:rPr>
                <a:t>AI·디지털 도구 활용 교수·학습 설계안(양식)</a:t>
              </a:r>
              <a:endParaRPr b="1" i="0" sz="1600" u="none" cap="none" strike="noStrike">
                <a:solidFill>
                  <a:schemeClr val="dk1"/>
                </a:solidFill>
                <a:latin typeface="Calibri"/>
                <a:ea typeface="Calibri"/>
                <a:cs typeface="Calibri"/>
                <a:sym typeface="Calibri"/>
              </a:endParaRPr>
            </a:p>
          </p:txBody>
        </p:sp>
      </p:grpSp>
      <p:sp>
        <p:nvSpPr>
          <p:cNvPr id="172" name="Google Shape;172;g3f3b1709a98_0_130"/>
          <p:cNvSpPr/>
          <p:nvPr/>
        </p:nvSpPr>
        <p:spPr>
          <a:xfrm>
            <a:off x="3667127" y="555805"/>
            <a:ext cx="4857600" cy="353700"/>
          </a:xfrm>
          <a:prstGeom prst="roundRect">
            <a:avLst>
              <a:gd fmla="val 50000" name="adj"/>
            </a:avLst>
          </a:prstGeom>
          <a:solidFill>
            <a:srgbClr val="03A9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500"/>
              <a:buFont typeface="Arial"/>
              <a:buNone/>
            </a:pPr>
            <a:r>
              <a:rPr b="1" i="0" lang="ko-KR" sz="1500" u="none" cap="none" strike="noStrike">
                <a:solidFill>
                  <a:schemeClr val="lt1"/>
                </a:solidFill>
                <a:latin typeface="Malgun Gothic"/>
                <a:ea typeface="Malgun Gothic"/>
                <a:cs typeface="Malgun Gothic"/>
                <a:sym typeface="Malgun Gothic"/>
              </a:rPr>
              <a:t>(            )과 AI·디지털 도구 활용 교수·학습설계안</a:t>
            </a:r>
            <a:endParaRPr b="1" i="0" sz="1500" u="none" cap="none" strike="noStrike">
              <a:solidFill>
                <a:schemeClr val="lt1"/>
              </a:solidFill>
              <a:latin typeface="Calibri"/>
              <a:ea typeface="Calibri"/>
              <a:cs typeface="Calibri"/>
              <a:sym typeface="Calibri"/>
            </a:endParaRPr>
          </a:p>
        </p:txBody>
      </p:sp>
      <p:grpSp>
        <p:nvGrpSpPr>
          <p:cNvPr id="173" name="Google Shape;173;g3f3b1709a98_0_130"/>
          <p:cNvGrpSpPr/>
          <p:nvPr/>
        </p:nvGrpSpPr>
        <p:grpSpPr>
          <a:xfrm>
            <a:off x="745923" y="3033212"/>
            <a:ext cx="11229528" cy="3512694"/>
            <a:chOff x="570454" y="1941446"/>
            <a:chExt cx="11434200" cy="4576800"/>
          </a:xfrm>
        </p:grpSpPr>
        <p:cxnSp>
          <p:nvCxnSpPr>
            <p:cNvPr id="174" name="Google Shape;174;g3f3b1709a98_0_130"/>
            <p:cNvCxnSpPr/>
            <p:nvPr/>
          </p:nvCxnSpPr>
          <p:spPr>
            <a:xfrm>
              <a:off x="570454" y="6518246"/>
              <a:ext cx="11434200" cy="0"/>
            </a:xfrm>
            <a:prstGeom prst="straightConnector1">
              <a:avLst/>
            </a:prstGeom>
            <a:noFill/>
            <a:ln cap="flat" cmpd="sng" w="28575">
              <a:solidFill>
                <a:schemeClr val="dk1"/>
              </a:solidFill>
              <a:prstDash val="solid"/>
              <a:miter lim="80"/>
              <a:headEnd len="sm" w="sm" type="none"/>
              <a:tailEnd len="med" w="med" type="triangle"/>
            </a:ln>
          </p:spPr>
        </p:cxnSp>
        <p:cxnSp>
          <p:nvCxnSpPr>
            <p:cNvPr id="175" name="Google Shape;175;g3f3b1709a98_0_130"/>
            <p:cNvCxnSpPr/>
            <p:nvPr/>
          </p:nvCxnSpPr>
          <p:spPr>
            <a:xfrm rot="10800000">
              <a:off x="570454" y="1941446"/>
              <a:ext cx="0" cy="4576800"/>
            </a:xfrm>
            <a:prstGeom prst="straightConnector1">
              <a:avLst/>
            </a:prstGeom>
            <a:noFill/>
            <a:ln cap="flat" cmpd="sng" w="28575">
              <a:solidFill>
                <a:schemeClr val="dk1"/>
              </a:solidFill>
              <a:prstDash val="solid"/>
              <a:miter lim="80"/>
              <a:headEnd len="sm" w="sm" type="none"/>
              <a:tailEnd len="sm" w="sm" type="none"/>
            </a:ln>
          </p:spPr>
        </p:cxnSp>
      </p:grpSp>
      <p:sp>
        <p:nvSpPr>
          <p:cNvPr id="176" name="Google Shape;176;g3f3b1709a98_0_130"/>
          <p:cNvSpPr txBox="1"/>
          <p:nvPr/>
        </p:nvSpPr>
        <p:spPr>
          <a:xfrm>
            <a:off x="11575375" y="6233119"/>
            <a:ext cx="307800" cy="231000"/>
          </a:xfrm>
          <a:prstGeom prst="rect">
            <a:avLst/>
          </a:prstGeom>
          <a:noFill/>
          <a:ln>
            <a:noFill/>
          </a:ln>
        </p:spPr>
        <p:txBody>
          <a:bodyPr anchorCtr="0" anchor="t" bIns="4570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1" i="0" lang="ko-KR" sz="1200" u="none" cap="none" strike="noStrike">
                <a:solidFill>
                  <a:schemeClr val="dk1"/>
                </a:solidFill>
                <a:latin typeface="Calibri"/>
                <a:ea typeface="Calibri"/>
                <a:cs typeface="Calibri"/>
                <a:sym typeface="Calibri"/>
              </a:rPr>
              <a:t>시간</a:t>
            </a:r>
            <a:endParaRPr b="0" i="0" sz="1400" u="none" cap="none" strike="noStrike">
              <a:solidFill>
                <a:srgbClr val="000000"/>
              </a:solidFill>
              <a:latin typeface="Arial"/>
              <a:ea typeface="Arial"/>
              <a:cs typeface="Arial"/>
              <a:sym typeface="Arial"/>
            </a:endParaRPr>
          </a:p>
        </p:txBody>
      </p:sp>
      <p:cxnSp>
        <p:nvCxnSpPr>
          <p:cNvPr id="177" name="Google Shape;177;g3f3b1709a98_0_130"/>
          <p:cNvCxnSpPr/>
          <p:nvPr/>
        </p:nvCxnSpPr>
        <p:spPr>
          <a:xfrm flipH="1" rot="10800000">
            <a:off x="768353" y="3719477"/>
            <a:ext cx="11114700" cy="57900"/>
          </a:xfrm>
          <a:prstGeom prst="straightConnector1">
            <a:avLst/>
          </a:prstGeom>
          <a:noFill/>
          <a:ln cap="rnd" cmpd="sng" w="22225">
            <a:solidFill>
              <a:schemeClr val="dk1"/>
            </a:solidFill>
            <a:prstDash val="dot"/>
            <a:miter lim="80"/>
            <a:headEnd len="sm" w="sm" type="none"/>
            <a:tailEnd len="sm" w="sm" type="none"/>
          </a:ln>
        </p:spPr>
      </p:cxnSp>
      <p:cxnSp>
        <p:nvCxnSpPr>
          <p:cNvPr id="178" name="Google Shape;178;g3f3b1709a98_0_130"/>
          <p:cNvCxnSpPr/>
          <p:nvPr/>
        </p:nvCxnSpPr>
        <p:spPr>
          <a:xfrm>
            <a:off x="743142" y="4770269"/>
            <a:ext cx="11141100" cy="0"/>
          </a:xfrm>
          <a:prstGeom prst="straightConnector1">
            <a:avLst/>
          </a:prstGeom>
          <a:noFill/>
          <a:ln cap="rnd" cmpd="sng" w="22225">
            <a:solidFill>
              <a:schemeClr val="dk1"/>
            </a:solidFill>
            <a:prstDash val="dot"/>
            <a:miter lim="80"/>
            <a:headEnd len="sm" w="sm" type="none"/>
            <a:tailEnd len="sm" w="sm" type="none"/>
          </a:ln>
        </p:spPr>
      </p:cxnSp>
      <p:cxnSp>
        <p:nvCxnSpPr>
          <p:cNvPr id="179" name="Google Shape;179;g3f3b1709a98_0_130"/>
          <p:cNvCxnSpPr/>
          <p:nvPr/>
        </p:nvCxnSpPr>
        <p:spPr>
          <a:xfrm>
            <a:off x="768353" y="5763159"/>
            <a:ext cx="11114700" cy="0"/>
          </a:xfrm>
          <a:prstGeom prst="straightConnector1">
            <a:avLst/>
          </a:prstGeom>
          <a:noFill/>
          <a:ln cap="rnd" cmpd="sng" w="22225">
            <a:solidFill>
              <a:schemeClr val="dk1"/>
            </a:solidFill>
            <a:prstDash val="dot"/>
            <a:miter lim="80"/>
            <a:headEnd len="sm" w="sm" type="none"/>
            <a:tailEnd len="sm" w="sm" type="none"/>
          </a:ln>
        </p:spPr>
      </p:cxnSp>
      <p:cxnSp>
        <p:nvCxnSpPr>
          <p:cNvPr id="180" name="Google Shape;180;g3f3b1709a98_0_130"/>
          <p:cNvCxnSpPr>
            <a:stCxn id="181" idx="3"/>
            <a:endCxn id="182" idx="1"/>
          </p:cNvCxnSpPr>
          <p:nvPr/>
        </p:nvCxnSpPr>
        <p:spPr>
          <a:xfrm flipH="1" rot="10800000">
            <a:off x="2837084" y="3753665"/>
            <a:ext cx="928500" cy="1011300"/>
          </a:xfrm>
          <a:prstGeom prst="bentConnector3">
            <a:avLst>
              <a:gd fmla="val 50000" name="adj1"/>
            </a:avLst>
          </a:prstGeom>
          <a:noFill/>
          <a:ln cap="flat" cmpd="sng" w="38100">
            <a:solidFill>
              <a:schemeClr val="dk1"/>
            </a:solidFill>
            <a:prstDash val="solid"/>
            <a:miter lim="80"/>
            <a:headEnd len="sm" w="sm" type="none"/>
            <a:tailEnd len="med" w="med" type="triangle"/>
          </a:ln>
        </p:spPr>
      </p:cxnSp>
      <p:cxnSp>
        <p:nvCxnSpPr>
          <p:cNvPr id="183" name="Google Shape;183;g3f3b1709a98_0_130"/>
          <p:cNvCxnSpPr>
            <a:stCxn id="182" idx="3"/>
            <a:endCxn id="184" idx="1"/>
          </p:cNvCxnSpPr>
          <p:nvPr/>
        </p:nvCxnSpPr>
        <p:spPr>
          <a:xfrm>
            <a:off x="5638437" y="3753644"/>
            <a:ext cx="1111800" cy="1019100"/>
          </a:xfrm>
          <a:prstGeom prst="bentConnector3">
            <a:avLst>
              <a:gd fmla="val 49994" name="adj1"/>
            </a:avLst>
          </a:prstGeom>
          <a:noFill/>
          <a:ln cap="flat" cmpd="sng" w="38100">
            <a:solidFill>
              <a:schemeClr val="dk1"/>
            </a:solidFill>
            <a:prstDash val="solid"/>
            <a:miter lim="80"/>
            <a:headEnd len="sm" w="sm" type="none"/>
            <a:tailEnd len="med" w="med" type="triangle"/>
          </a:ln>
        </p:spPr>
      </p:cxnSp>
      <p:cxnSp>
        <p:nvCxnSpPr>
          <p:cNvPr id="185" name="Google Shape;185;g3f3b1709a98_0_130"/>
          <p:cNvCxnSpPr>
            <a:stCxn id="184" idx="3"/>
            <a:endCxn id="186" idx="1"/>
          </p:cNvCxnSpPr>
          <p:nvPr/>
        </p:nvCxnSpPr>
        <p:spPr>
          <a:xfrm flipH="1" rot="10800000">
            <a:off x="8622955" y="3726954"/>
            <a:ext cx="1326900" cy="1045800"/>
          </a:xfrm>
          <a:prstGeom prst="bentConnector3">
            <a:avLst>
              <a:gd fmla="val 50000" name="adj1"/>
            </a:avLst>
          </a:prstGeom>
          <a:noFill/>
          <a:ln cap="flat" cmpd="sng" w="38100">
            <a:solidFill>
              <a:schemeClr val="dk1"/>
            </a:solidFill>
            <a:prstDash val="solid"/>
            <a:miter lim="80"/>
            <a:headEnd len="sm" w="sm" type="none"/>
            <a:tailEnd len="med" w="med" type="triangle"/>
          </a:ln>
        </p:spPr>
      </p:cxnSp>
      <p:grpSp>
        <p:nvGrpSpPr>
          <p:cNvPr id="187" name="Google Shape;187;g3f3b1709a98_0_130"/>
          <p:cNvGrpSpPr/>
          <p:nvPr/>
        </p:nvGrpSpPr>
        <p:grpSpPr>
          <a:xfrm>
            <a:off x="964363" y="4070666"/>
            <a:ext cx="1873013" cy="1994104"/>
            <a:chOff x="936601" y="4046957"/>
            <a:chExt cx="1721203" cy="1994104"/>
          </a:xfrm>
        </p:grpSpPr>
        <p:sp>
          <p:nvSpPr>
            <p:cNvPr id="188" name="Google Shape;188;g3f3b1709a98_0_130"/>
            <p:cNvSpPr/>
            <p:nvPr/>
          </p:nvSpPr>
          <p:spPr>
            <a:xfrm>
              <a:off x="936704" y="5374461"/>
              <a:ext cx="1721100" cy="666600"/>
            </a:xfrm>
            <a:prstGeom prst="roundRect">
              <a:avLst>
                <a:gd fmla="val 6381" name="adj"/>
              </a:avLst>
            </a:prstGeom>
            <a:solidFill>
              <a:srgbClr val="EEE5FF"/>
            </a:solidFill>
            <a:ln cap="flat" cmpd="sng" w="12700">
              <a:solidFill>
                <a:srgbClr val="9965FF"/>
              </a:solidFill>
              <a:prstDash val="solid"/>
              <a:miter lim="80"/>
              <a:headEnd len="sm" w="sm" type="none"/>
              <a:tailEnd len="sm" w="sm" type="none"/>
            </a:ln>
          </p:spPr>
          <p:txBody>
            <a:bodyPr anchorCtr="0" anchor="ctr" bIns="0" lIns="0" spcFirstLastPara="1" rIns="0" wrap="square" tIns="0">
              <a:noAutofit/>
            </a:bodyPr>
            <a:lstStyle/>
            <a:p>
              <a:pPr indent="0" lvl="0" marL="85725" marR="0" rtl="0" algn="l">
                <a:lnSpc>
                  <a:spcPct val="110000"/>
                </a:lnSpc>
                <a:spcBef>
                  <a:spcPts val="0"/>
                </a:spcBef>
                <a:spcAft>
                  <a:spcPts val="0"/>
                </a:spcAft>
                <a:buClr>
                  <a:srgbClr val="000000"/>
                </a:buClr>
                <a:buSzPts val="1000"/>
                <a:buFont typeface="Arial"/>
                <a:buNone/>
              </a:pPr>
              <a:r>
                <a:rPr b="1" i="0" lang="ko-KR" sz="1000" u="none" cap="none" strike="noStrike">
                  <a:solidFill>
                    <a:schemeClr val="dk1"/>
                  </a:solidFill>
                  <a:latin typeface="Calibri"/>
                  <a:ea typeface="Calibri"/>
                  <a:cs typeface="Calibri"/>
                  <a:sym typeface="Calibri"/>
                </a:rPr>
                <a:t>도구: </a:t>
              </a:r>
              <a:endParaRPr b="0" i="0" sz="1400" u="none" cap="none" strike="noStrike">
                <a:solidFill>
                  <a:srgbClr val="000000"/>
                </a:solidFill>
                <a:latin typeface="Arial"/>
                <a:ea typeface="Arial"/>
                <a:cs typeface="Arial"/>
                <a:sym typeface="Arial"/>
              </a:endParaRPr>
            </a:p>
            <a:p>
              <a:pPr indent="0" lvl="0" marL="85725" marR="0" rtl="0" algn="l">
                <a:lnSpc>
                  <a:spcPct val="110000"/>
                </a:lnSpc>
                <a:spcBef>
                  <a:spcPts val="0"/>
                </a:spcBef>
                <a:spcAft>
                  <a:spcPts val="0"/>
                </a:spcAft>
                <a:buClr>
                  <a:srgbClr val="000000"/>
                </a:buClr>
                <a:buSzPts val="1000"/>
                <a:buFont typeface="Arial"/>
                <a:buNone/>
              </a:pPr>
              <a:r>
                <a:rPr b="1" i="0" lang="ko-KR" sz="1000" u="none" cap="none" strike="noStrike">
                  <a:solidFill>
                    <a:schemeClr val="dk1"/>
                  </a:solidFill>
                  <a:latin typeface="Calibri"/>
                  <a:ea typeface="Calibri"/>
                  <a:cs typeface="Calibri"/>
                  <a:sym typeface="Calibri"/>
                </a:rPr>
                <a:t>역할: </a:t>
              </a:r>
              <a:endParaRPr b="1" i="0" sz="1000" u="none" cap="none" strike="noStrike">
                <a:solidFill>
                  <a:schemeClr val="dk1"/>
                </a:solidFill>
                <a:latin typeface="Calibri"/>
                <a:ea typeface="Calibri"/>
                <a:cs typeface="Calibri"/>
                <a:sym typeface="Calibri"/>
              </a:endParaRPr>
            </a:p>
          </p:txBody>
        </p:sp>
        <p:grpSp>
          <p:nvGrpSpPr>
            <p:cNvPr id="189" name="Google Shape;189;g3f3b1709a98_0_130"/>
            <p:cNvGrpSpPr/>
            <p:nvPr/>
          </p:nvGrpSpPr>
          <p:grpSpPr>
            <a:xfrm>
              <a:off x="936601" y="4046957"/>
              <a:ext cx="1720935" cy="1257249"/>
              <a:chOff x="2194117" y="4892040"/>
              <a:chExt cx="1381500" cy="1257249"/>
            </a:xfrm>
          </p:grpSpPr>
          <p:sp>
            <p:nvSpPr>
              <p:cNvPr id="181" name="Google Shape;181;g3f3b1709a98_0_130"/>
              <p:cNvSpPr/>
              <p:nvPr/>
            </p:nvSpPr>
            <p:spPr>
              <a:xfrm>
                <a:off x="2194117" y="5023389"/>
                <a:ext cx="1381500" cy="1125900"/>
              </a:xfrm>
              <a:prstGeom prst="roundRect">
                <a:avLst>
                  <a:gd fmla="val 5951" name="adj"/>
                </a:avLst>
              </a:prstGeom>
              <a:solidFill>
                <a:schemeClr val="lt1"/>
              </a:solidFill>
              <a:ln cap="flat" cmpd="sng" w="19050">
                <a:solidFill>
                  <a:srgbClr val="9965FF"/>
                </a:solidFill>
                <a:prstDash val="solid"/>
                <a:miter lim="80"/>
                <a:headEnd len="sm" w="sm" type="none"/>
                <a:tailEnd len="sm" w="sm" type="none"/>
              </a:ln>
            </p:spPr>
            <p:txBody>
              <a:bodyPr anchorCtr="0" anchor="t" bIns="0" lIns="0" spcFirstLastPara="1" rIns="0" wrap="square" tIns="144000">
                <a:noAutofit/>
              </a:bodyPr>
              <a:lstStyle/>
              <a:p>
                <a:pPr indent="0" lvl="0" marL="0" marR="0" rtl="0" algn="ctr">
                  <a:lnSpc>
                    <a:spcPct val="130000"/>
                  </a:lnSpc>
                  <a:spcBef>
                    <a:spcPts val="0"/>
                  </a:spcBef>
                  <a:spcAft>
                    <a:spcPts val="0"/>
                  </a:spcAft>
                  <a:buClr>
                    <a:srgbClr val="000000"/>
                  </a:buClr>
                  <a:buSzPts val="1000"/>
                  <a:buFont typeface="Arial"/>
                  <a:buNone/>
                </a:pPr>
                <a:r>
                  <a:rPr b="1" i="0" lang="ko-KR" sz="1000" u="none" cap="none" strike="noStrike">
                    <a:solidFill>
                      <a:schemeClr val="dk1"/>
                    </a:solidFill>
                    <a:latin typeface="Calibri"/>
                    <a:ea typeface="Calibri"/>
                    <a:cs typeface="Calibri"/>
                    <a:sym typeface="Calibri"/>
                  </a:rPr>
                  <a:t>활동제목</a:t>
                </a:r>
                <a:endParaRPr b="1" i="0" sz="10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000000"/>
                  </a:buClr>
                  <a:buSzPts val="1000"/>
                  <a:buFont typeface="Arial"/>
                  <a:buNone/>
                </a:pPr>
                <a:r>
                  <a:rPr b="0" i="0" lang="ko-KR" sz="1000" u="none" cap="none" strike="noStrike">
                    <a:solidFill>
                      <a:schemeClr val="dk1"/>
                    </a:solidFill>
                    <a:latin typeface="Calibri"/>
                    <a:ea typeface="Calibri"/>
                    <a:cs typeface="Calibri"/>
                    <a:sym typeface="Calibri"/>
                  </a:rPr>
                  <a:t> ▪ 교사 활동</a:t>
                </a:r>
                <a:endParaRPr b="0" i="0" sz="10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000000"/>
                  </a:buClr>
                  <a:buSzPts val="1000"/>
                  <a:buFont typeface="Arial"/>
                  <a:buNone/>
                </a:pPr>
                <a:r>
                  <a:rPr b="0" i="0" lang="ko-KR" sz="1000" u="none" cap="none" strike="noStrike">
                    <a:solidFill>
                      <a:schemeClr val="dk1"/>
                    </a:solidFill>
                    <a:latin typeface="Calibri"/>
                    <a:ea typeface="Calibri"/>
                    <a:cs typeface="Calibri"/>
                    <a:sym typeface="Calibri"/>
                  </a:rPr>
                  <a:t>   - 학생 활동</a:t>
                </a:r>
                <a:endParaRPr b="0" i="0" sz="10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000000"/>
                  </a:buClr>
                  <a:buSzPts val="1000"/>
                  <a:buFont typeface="Arial"/>
                  <a:buNone/>
                </a:pPr>
                <a:r>
                  <a:rPr b="0" i="0" lang="ko-KR" sz="1000" u="none" cap="none" strike="noStrike">
                    <a:solidFill>
                      <a:schemeClr val="dk1"/>
                    </a:solidFill>
                    <a:latin typeface="Calibri"/>
                    <a:ea typeface="Calibri"/>
                    <a:cs typeface="Calibri"/>
                    <a:sym typeface="Calibri"/>
                  </a:rPr>
                  <a:t>   - 학생 활동</a:t>
                </a:r>
                <a:endParaRPr b="0" i="0" sz="1000" u="none" cap="none" strike="noStrike">
                  <a:solidFill>
                    <a:schemeClr val="dk1"/>
                  </a:solidFill>
                  <a:latin typeface="Calibri"/>
                  <a:ea typeface="Calibri"/>
                  <a:cs typeface="Calibri"/>
                  <a:sym typeface="Calibri"/>
                </a:endParaRPr>
              </a:p>
            </p:txBody>
          </p:sp>
          <p:sp>
            <p:nvSpPr>
              <p:cNvPr id="190" name="Google Shape;190;g3f3b1709a98_0_130"/>
              <p:cNvSpPr/>
              <p:nvPr/>
            </p:nvSpPr>
            <p:spPr>
              <a:xfrm>
                <a:off x="2274652" y="4892040"/>
                <a:ext cx="1221900" cy="264300"/>
              </a:xfrm>
              <a:prstGeom prst="roundRect">
                <a:avLst>
                  <a:gd fmla="val 50000" name="adj"/>
                </a:avLst>
              </a:prstGeom>
              <a:solidFill>
                <a:srgbClr val="9965F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ko-KR" sz="1000" u="none" cap="none" strike="noStrike">
                    <a:solidFill>
                      <a:schemeClr val="lt1"/>
                    </a:solidFill>
                    <a:latin typeface="Calibri"/>
                    <a:ea typeface="Calibri"/>
                    <a:cs typeface="Calibri"/>
                    <a:sym typeface="Calibri"/>
                  </a:rPr>
                  <a:t>단계명(분)  or  차시</a:t>
                </a:r>
                <a:endParaRPr b="0" i="0" sz="1400" u="none" cap="none" strike="noStrike">
                  <a:solidFill>
                    <a:srgbClr val="000000"/>
                  </a:solidFill>
                  <a:latin typeface="Arial"/>
                  <a:ea typeface="Arial"/>
                  <a:cs typeface="Arial"/>
                  <a:sym typeface="Arial"/>
                </a:endParaRPr>
              </a:p>
            </p:txBody>
          </p:sp>
        </p:grpSp>
      </p:grpSp>
      <p:grpSp>
        <p:nvGrpSpPr>
          <p:cNvPr id="191" name="Google Shape;191;g3f3b1709a98_0_130"/>
          <p:cNvGrpSpPr/>
          <p:nvPr/>
        </p:nvGrpSpPr>
        <p:grpSpPr>
          <a:xfrm>
            <a:off x="3765716" y="2798645"/>
            <a:ext cx="1873013" cy="2513252"/>
            <a:chOff x="936601" y="4046957"/>
            <a:chExt cx="1721203" cy="2513252"/>
          </a:xfrm>
        </p:grpSpPr>
        <p:sp>
          <p:nvSpPr>
            <p:cNvPr id="192" name="Google Shape;192;g3f3b1709a98_0_130"/>
            <p:cNvSpPr/>
            <p:nvPr/>
          </p:nvSpPr>
          <p:spPr>
            <a:xfrm>
              <a:off x="936704" y="5893609"/>
              <a:ext cx="1721100" cy="666600"/>
            </a:xfrm>
            <a:prstGeom prst="roundRect">
              <a:avLst>
                <a:gd fmla="val 6381" name="adj"/>
              </a:avLst>
            </a:prstGeom>
            <a:solidFill>
              <a:srgbClr val="E0F8F6"/>
            </a:solidFill>
            <a:ln cap="flat" cmpd="sng" w="12700">
              <a:solidFill>
                <a:srgbClr val="29B6AA"/>
              </a:solidFill>
              <a:prstDash val="solid"/>
              <a:miter lim="80"/>
              <a:headEnd len="sm" w="sm" type="none"/>
              <a:tailEnd len="sm" w="sm" type="none"/>
            </a:ln>
          </p:spPr>
          <p:txBody>
            <a:bodyPr anchorCtr="0" anchor="ctr" bIns="0" lIns="0" spcFirstLastPara="1" rIns="0" wrap="square" tIns="0">
              <a:noAutofit/>
            </a:bodyPr>
            <a:lstStyle/>
            <a:p>
              <a:pPr indent="0" lvl="0" marL="85725" marR="0" rtl="0" algn="l">
                <a:lnSpc>
                  <a:spcPct val="110000"/>
                </a:lnSpc>
                <a:spcBef>
                  <a:spcPts val="0"/>
                </a:spcBef>
                <a:spcAft>
                  <a:spcPts val="0"/>
                </a:spcAft>
                <a:buClr>
                  <a:srgbClr val="000000"/>
                </a:buClr>
                <a:buSzPts val="1000"/>
                <a:buFont typeface="Arial"/>
                <a:buNone/>
              </a:pPr>
              <a:r>
                <a:rPr b="1" i="0" lang="ko-KR" sz="1000" u="none" cap="none" strike="noStrike">
                  <a:solidFill>
                    <a:schemeClr val="dk1"/>
                  </a:solidFill>
                  <a:latin typeface="Calibri"/>
                  <a:ea typeface="Calibri"/>
                  <a:cs typeface="Calibri"/>
                  <a:sym typeface="Calibri"/>
                </a:rPr>
                <a:t>도구: </a:t>
              </a:r>
              <a:endParaRPr b="0" i="0" sz="1400" u="none" cap="none" strike="noStrike">
                <a:solidFill>
                  <a:srgbClr val="000000"/>
                </a:solidFill>
                <a:latin typeface="Arial"/>
                <a:ea typeface="Arial"/>
                <a:cs typeface="Arial"/>
                <a:sym typeface="Arial"/>
              </a:endParaRPr>
            </a:p>
            <a:p>
              <a:pPr indent="0" lvl="0" marL="85725" marR="0" rtl="0" algn="l">
                <a:lnSpc>
                  <a:spcPct val="110000"/>
                </a:lnSpc>
                <a:spcBef>
                  <a:spcPts val="0"/>
                </a:spcBef>
                <a:spcAft>
                  <a:spcPts val="0"/>
                </a:spcAft>
                <a:buClr>
                  <a:srgbClr val="000000"/>
                </a:buClr>
                <a:buSzPts val="1000"/>
                <a:buFont typeface="Arial"/>
                <a:buNone/>
              </a:pPr>
              <a:r>
                <a:rPr b="1" i="0" lang="ko-KR" sz="1000" u="none" cap="none" strike="noStrike">
                  <a:solidFill>
                    <a:schemeClr val="dk1"/>
                  </a:solidFill>
                  <a:latin typeface="Calibri"/>
                  <a:ea typeface="Calibri"/>
                  <a:cs typeface="Calibri"/>
                  <a:sym typeface="Calibri"/>
                </a:rPr>
                <a:t>역할: </a:t>
              </a:r>
              <a:endParaRPr b="1" i="0" sz="1000" u="none" cap="none" strike="noStrike">
                <a:solidFill>
                  <a:schemeClr val="dk1"/>
                </a:solidFill>
                <a:latin typeface="Calibri"/>
                <a:ea typeface="Calibri"/>
                <a:cs typeface="Calibri"/>
                <a:sym typeface="Calibri"/>
              </a:endParaRPr>
            </a:p>
          </p:txBody>
        </p:sp>
        <p:grpSp>
          <p:nvGrpSpPr>
            <p:cNvPr id="193" name="Google Shape;193;g3f3b1709a98_0_130"/>
            <p:cNvGrpSpPr/>
            <p:nvPr/>
          </p:nvGrpSpPr>
          <p:grpSpPr>
            <a:xfrm>
              <a:off x="936601" y="4046957"/>
              <a:ext cx="1720935" cy="1778649"/>
              <a:chOff x="2194117" y="4892040"/>
              <a:chExt cx="1381500" cy="1778649"/>
            </a:xfrm>
          </p:grpSpPr>
          <p:sp>
            <p:nvSpPr>
              <p:cNvPr id="182" name="Google Shape;182;g3f3b1709a98_0_130"/>
              <p:cNvSpPr/>
              <p:nvPr/>
            </p:nvSpPr>
            <p:spPr>
              <a:xfrm>
                <a:off x="2194117" y="5023389"/>
                <a:ext cx="1381500" cy="1647300"/>
              </a:xfrm>
              <a:prstGeom prst="roundRect">
                <a:avLst>
                  <a:gd fmla="val 5951" name="adj"/>
                </a:avLst>
              </a:prstGeom>
              <a:solidFill>
                <a:schemeClr val="lt1"/>
              </a:solidFill>
              <a:ln cap="flat" cmpd="sng" w="19050">
                <a:solidFill>
                  <a:srgbClr val="29B6AA"/>
                </a:solidFill>
                <a:prstDash val="solid"/>
                <a:miter lim="80"/>
                <a:headEnd len="sm" w="sm" type="none"/>
                <a:tailEnd len="sm" w="sm" type="none"/>
              </a:ln>
            </p:spPr>
            <p:txBody>
              <a:bodyPr anchorCtr="0" anchor="t" bIns="0" lIns="0" spcFirstLastPara="1" rIns="0" wrap="square" tIns="144000">
                <a:noAutofit/>
              </a:bodyPr>
              <a:lstStyle/>
              <a:p>
                <a:pPr indent="0" lvl="0" marL="0" marR="0" rtl="0" algn="ctr">
                  <a:lnSpc>
                    <a:spcPct val="130000"/>
                  </a:lnSpc>
                  <a:spcBef>
                    <a:spcPts val="0"/>
                  </a:spcBef>
                  <a:spcAft>
                    <a:spcPts val="0"/>
                  </a:spcAft>
                  <a:buClr>
                    <a:srgbClr val="000000"/>
                  </a:buClr>
                  <a:buSzPts val="1000"/>
                  <a:buFont typeface="Arial"/>
                  <a:buNone/>
                </a:pPr>
                <a:r>
                  <a:rPr b="1" i="0" lang="ko-KR" sz="1000" u="none" cap="none" strike="noStrike">
                    <a:solidFill>
                      <a:schemeClr val="dk1"/>
                    </a:solidFill>
                    <a:latin typeface="Calibri"/>
                    <a:ea typeface="Calibri"/>
                    <a:cs typeface="Calibri"/>
                    <a:sym typeface="Calibri"/>
                  </a:rPr>
                  <a:t>활동제목</a:t>
                </a:r>
                <a:endParaRPr b="1" i="0" sz="10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000000"/>
                  </a:buClr>
                  <a:buSzPts val="1000"/>
                  <a:buFont typeface="Arial"/>
                  <a:buNone/>
                </a:pPr>
                <a:r>
                  <a:rPr b="0" i="0" lang="ko-KR" sz="1000" u="none" cap="none" strike="noStrike">
                    <a:solidFill>
                      <a:schemeClr val="dk1"/>
                    </a:solidFill>
                    <a:latin typeface="Calibri"/>
                    <a:ea typeface="Calibri"/>
                    <a:cs typeface="Calibri"/>
                    <a:sym typeface="Calibri"/>
                  </a:rPr>
                  <a:t> ▪ 교사 활동</a:t>
                </a:r>
                <a:endParaRPr b="0" i="0" sz="10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000000"/>
                  </a:buClr>
                  <a:buSzPts val="1000"/>
                  <a:buFont typeface="Arial"/>
                  <a:buNone/>
                </a:pPr>
                <a:r>
                  <a:rPr b="0" i="0" lang="ko-KR" sz="1000" u="none" cap="none" strike="noStrike">
                    <a:solidFill>
                      <a:schemeClr val="dk1"/>
                    </a:solidFill>
                    <a:latin typeface="Calibri"/>
                    <a:ea typeface="Calibri"/>
                    <a:cs typeface="Calibri"/>
                    <a:sym typeface="Calibri"/>
                  </a:rPr>
                  <a:t>   - 학생 활동</a:t>
                </a:r>
                <a:endParaRPr b="0" i="0" sz="10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000000"/>
                  </a:buClr>
                  <a:buSzPts val="1000"/>
                  <a:buFont typeface="Arial"/>
                  <a:buNone/>
                </a:pPr>
                <a:r>
                  <a:rPr b="0" i="0" lang="ko-KR" sz="1000" u="none" cap="none" strike="noStrike">
                    <a:solidFill>
                      <a:schemeClr val="dk1"/>
                    </a:solidFill>
                    <a:latin typeface="Calibri"/>
                    <a:ea typeface="Calibri"/>
                    <a:cs typeface="Calibri"/>
                    <a:sym typeface="Calibri"/>
                  </a:rPr>
                  <a:t> - 학생 활동</a:t>
                </a:r>
                <a:endParaRPr b="0" i="0" sz="10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000000"/>
                  </a:buClr>
                  <a:buSzPts val="1000"/>
                  <a:buFont typeface="Arial"/>
                  <a:buNone/>
                </a:pPr>
                <a:r>
                  <a:rPr b="0" i="0" lang="ko-KR" sz="1000" u="none" cap="none" strike="noStrike">
                    <a:solidFill>
                      <a:schemeClr val="dk1"/>
                    </a:solidFill>
                    <a:latin typeface="Calibri"/>
                    <a:ea typeface="Calibri"/>
                    <a:cs typeface="Calibri"/>
                    <a:sym typeface="Calibri"/>
                  </a:rPr>
                  <a:t> ▪ 교사 활동</a:t>
                </a:r>
                <a:endParaRPr b="0" i="0" sz="10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000000"/>
                  </a:buClr>
                  <a:buSzPts val="1000"/>
                  <a:buFont typeface="Arial"/>
                  <a:buNone/>
                </a:pPr>
                <a:r>
                  <a:rPr b="0" i="0" lang="ko-KR" sz="1000" u="none" cap="none" strike="noStrike">
                    <a:solidFill>
                      <a:schemeClr val="dk1"/>
                    </a:solidFill>
                    <a:latin typeface="Calibri"/>
                    <a:ea typeface="Calibri"/>
                    <a:cs typeface="Calibri"/>
                    <a:sym typeface="Calibri"/>
                  </a:rPr>
                  <a:t>   - 학생 활동</a:t>
                </a:r>
                <a:endParaRPr b="0" i="0" sz="10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000000"/>
                  </a:buClr>
                  <a:buSzPts val="1000"/>
                  <a:buFont typeface="Arial"/>
                  <a:buNone/>
                </a:pPr>
                <a:r>
                  <a:rPr b="0" i="0" lang="ko-KR" sz="1000" u="none" cap="none" strike="noStrike">
                    <a:solidFill>
                      <a:schemeClr val="dk1"/>
                    </a:solidFill>
                    <a:latin typeface="Calibri"/>
                    <a:ea typeface="Calibri"/>
                    <a:cs typeface="Calibri"/>
                    <a:sym typeface="Calibri"/>
                  </a:rPr>
                  <a:t>   - 학생 활동</a:t>
                </a:r>
                <a:endParaRPr b="0" i="0" sz="1000" u="none" cap="none" strike="noStrike">
                  <a:solidFill>
                    <a:schemeClr val="dk1"/>
                  </a:solidFill>
                  <a:latin typeface="Calibri"/>
                  <a:ea typeface="Calibri"/>
                  <a:cs typeface="Calibri"/>
                  <a:sym typeface="Calibri"/>
                </a:endParaRPr>
              </a:p>
            </p:txBody>
          </p:sp>
          <p:sp>
            <p:nvSpPr>
              <p:cNvPr id="194" name="Google Shape;194;g3f3b1709a98_0_130"/>
              <p:cNvSpPr/>
              <p:nvPr/>
            </p:nvSpPr>
            <p:spPr>
              <a:xfrm>
                <a:off x="2274652" y="4892040"/>
                <a:ext cx="1221900" cy="264300"/>
              </a:xfrm>
              <a:prstGeom prst="roundRect">
                <a:avLst>
                  <a:gd fmla="val 50000" name="adj"/>
                </a:avLst>
              </a:prstGeom>
              <a:solidFill>
                <a:srgbClr val="29B6A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ko-KR" sz="1000" u="none" cap="none" strike="noStrike">
                    <a:solidFill>
                      <a:schemeClr val="lt1"/>
                    </a:solidFill>
                    <a:latin typeface="Calibri"/>
                    <a:ea typeface="Calibri"/>
                    <a:cs typeface="Calibri"/>
                    <a:sym typeface="Calibri"/>
                  </a:rPr>
                  <a:t>단계명(분)  or  차시</a:t>
                </a:r>
                <a:endParaRPr b="0" i="0" sz="1400" u="none" cap="none" strike="noStrike">
                  <a:solidFill>
                    <a:srgbClr val="000000"/>
                  </a:solidFill>
                  <a:latin typeface="Arial"/>
                  <a:ea typeface="Arial"/>
                  <a:cs typeface="Arial"/>
                  <a:sym typeface="Arial"/>
                </a:endParaRPr>
              </a:p>
            </p:txBody>
          </p:sp>
        </p:grpSp>
      </p:grpSp>
      <p:grpSp>
        <p:nvGrpSpPr>
          <p:cNvPr id="195" name="Google Shape;195;g3f3b1709a98_0_130"/>
          <p:cNvGrpSpPr/>
          <p:nvPr/>
        </p:nvGrpSpPr>
        <p:grpSpPr>
          <a:xfrm>
            <a:off x="9949940" y="3032612"/>
            <a:ext cx="1873013" cy="1994104"/>
            <a:chOff x="936601" y="4046957"/>
            <a:chExt cx="1721203" cy="1994104"/>
          </a:xfrm>
        </p:grpSpPr>
        <p:sp>
          <p:nvSpPr>
            <p:cNvPr id="196" name="Google Shape;196;g3f3b1709a98_0_130"/>
            <p:cNvSpPr/>
            <p:nvPr/>
          </p:nvSpPr>
          <p:spPr>
            <a:xfrm>
              <a:off x="936704" y="5374461"/>
              <a:ext cx="1721100" cy="666600"/>
            </a:xfrm>
            <a:prstGeom prst="roundRect">
              <a:avLst>
                <a:gd fmla="val 6381" name="adj"/>
              </a:avLst>
            </a:prstGeom>
            <a:solidFill>
              <a:srgbClr val="FFF3F4"/>
            </a:solidFill>
            <a:ln cap="flat" cmpd="sng" w="12700">
              <a:solidFill>
                <a:srgbClr val="FF5364"/>
              </a:solidFill>
              <a:prstDash val="solid"/>
              <a:miter lim="80"/>
              <a:headEnd len="sm" w="sm" type="none"/>
              <a:tailEnd len="sm" w="sm" type="none"/>
            </a:ln>
          </p:spPr>
          <p:txBody>
            <a:bodyPr anchorCtr="0" anchor="ctr" bIns="0" lIns="0" spcFirstLastPara="1" rIns="0" wrap="square" tIns="0">
              <a:noAutofit/>
            </a:bodyPr>
            <a:lstStyle/>
            <a:p>
              <a:pPr indent="0" lvl="0" marL="85725" marR="0" rtl="0" algn="l">
                <a:lnSpc>
                  <a:spcPct val="110000"/>
                </a:lnSpc>
                <a:spcBef>
                  <a:spcPts val="0"/>
                </a:spcBef>
                <a:spcAft>
                  <a:spcPts val="0"/>
                </a:spcAft>
                <a:buClr>
                  <a:srgbClr val="000000"/>
                </a:buClr>
                <a:buSzPts val="1000"/>
                <a:buFont typeface="Arial"/>
                <a:buNone/>
              </a:pPr>
              <a:r>
                <a:rPr b="1" i="0" lang="ko-KR" sz="1000" u="none" cap="none" strike="noStrike">
                  <a:solidFill>
                    <a:schemeClr val="dk1"/>
                  </a:solidFill>
                  <a:latin typeface="Calibri"/>
                  <a:ea typeface="Calibri"/>
                  <a:cs typeface="Calibri"/>
                  <a:sym typeface="Calibri"/>
                </a:rPr>
                <a:t>도구: </a:t>
              </a:r>
              <a:endParaRPr b="0" i="0" sz="1400" u="none" cap="none" strike="noStrike">
                <a:solidFill>
                  <a:srgbClr val="000000"/>
                </a:solidFill>
                <a:latin typeface="Arial"/>
                <a:ea typeface="Arial"/>
                <a:cs typeface="Arial"/>
                <a:sym typeface="Arial"/>
              </a:endParaRPr>
            </a:p>
            <a:p>
              <a:pPr indent="0" lvl="0" marL="85725" marR="0" rtl="0" algn="l">
                <a:lnSpc>
                  <a:spcPct val="110000"/>
                </a:lnSpc>
                <a:spcBef>
                  <a:spcPts val="0"/>
                </a:spcBef>
                <a:spcAft>
                  <a:spcPts val="0"/>
                </a:spcAft>
                <a:buClr>
                  <a:srgbClr val="000000"/>
                </a:buClr>
                <a:buSzPts val="1000"/>
                <a:buFont typeface="Arial"/>
                <a:buNone/>
              </a:pPr>
              <a:r>
                <a:rPr b="1" i="0" lang="ko-KR" sz="1000" u="none" cap="none" strike="noStrike">
                  <a:solidFill>
                    <a:schemeClr val="dk1"/>
                  </a:solidFill>
                  <a:latin typeface="Calibri"/>
                  <a:ea typeface="Calibri"/>
                  <a:cs typeface="Calibri"/>
                  <a:sym typeface="Calibri"/>
                </a:rPr>
                <a:t>역할: </a:t>
              </a:r>
              <a:endParaRPr b="1" i="0" sz="1000" u="none" cap="none" strike="noStrike">
                <a:solidFill>
                  <a:schemeClr val="dk1"/>
                </a:solidFill>
                <a:latin typeface="Calibri"/>
                <a:ea typeface="Calibri"/>
                <a:cs typeface="Calibri"/>
                <a:sym typeface="Calibri"/>
              </a:endParaRPr>
            </a:p>
          </p:txBody>
        </p:sp>
        <p:grpSp>
          <p:nvGrpSpPr>
            <p:cNvPr id="197" name="Google Shape;197;g3f3b1709a98_0_130"/>
            <p:cNvGrpSpPr/>
            <p:nvPr/>
          </p:nvGrpSpPr>
          <p:grpSpPr>
            <a:xfrm>
              <a:off x="936601" y="4046957"/>
              <a:ext cx="1720935" cy="1257249"/>
              <a:chOff x="2194117" y="4892040"/>
              <a:chExt cx="1381500" cy="1257249"/>
            </a:xfrm>
          </p:grpSpPr>
          <p:sp>
            <p:nvSpPr>
              <p:cNvPr id="186" name="Google Shape;186;g3f3b1709a98_0_130"/>
              <p:cNvSpPr/>
              <p:nvPr/>
            </p:nvSpPr>
            <p:spPr>
              <a:xfrm>
                <a:off x="2194117" y="5023389"/>
                <a:ext cx="1381500" cy="1125900"/>
              </a:xfrm>
              <a:prstGeom prst="roundRect">
                <a:avLst>
                  <a:gd fmla="val 5951" name="adj"/>
                </a:avLst>
              </a:prstGeom>
              <a:solidFill>
                <a:schemeClr val="lt1"/>
              </a:solidFill>
              <a:ln cap="flat" cmpd="sng" w="19050">
                <a:solidFill>
                  <a:srgbClr val="FF5364"/>
                </a:solidFill>
                <a:prstDash val="solid"/>
                <a:miter lim="80"/>
                <a:headEnd len="sm" w="sm" type="none"/>
                <a:tailEnd len="sm" w="sm" type="none"/>
              </a:ln>
            </p:spPr>
            <p:txBody>
              <a:bodyPr anchorCtr="0" anchor="t" bIns="0" lIns="0" spcFirstLastPara="1" rIns="0" wrap="square" tIns="144000">
                <a:noAutofit/>
              </a:bodyPr>
              <a:lstStyle/>
              <a:p>
                <a:pPr indent="0" lvl="0" marL="0" marR="0" rtl="0" algn="ctr">
                  <a:lnSpc>
                    <a:spcPct val="130000"/>
                  </a:lnSpc>
                  <a:spcBef>
                    <a:spcPts val="0"/>
                  </a:spcBef>
                  <a:spcAft>
                    <a:spcPts val="0"/>
                  </a:spcAft>
                  <a:buClr>
                    <a:srgbClr val="000000"/>
                  </a:buClr>
                  <a:buSzPts val="1000"/>
                  <a:buFont typeface="Arial"/>
                  <a:buNone/>
                </a:pPr>
                <a:r>
                  <a:rPr b="1" i="0" lang="ko-KR" sz="1000" u="none" cap="none" strike="noStrike">
                    <a:solidFill>
                      <a:schemeClr val="dk1"/>
                    </a:solidFill>
                    <a:latin typeface="Calibri"/>
                    <a:ea typeface="Calibri"/>
                    <a:cs typeface="Calibri"/>
                    <a:sym typeface="Calibri"/>
                  </a:rPr>
                  <a:t>활동제목</a:t>
                </a:r>
                <a:endParaRPr b="1" i="0" sz="10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000000"/>
                  </a:buClr>
                  <a:buSzPts val="1000"/>
                  <a:buFont typeface="Arial"/>
                  <a:buNone/>
                </a:pPr>
                <a:r>
                  <a:rPr b="0" i="0" lang="ko-KR" sz="1000" u="none" cap="none" strike="noStrike">
                    <a:solidFill>
                      <a:schemeClr val="dk1"/>
                    </a:solidFill>
                    <a:latin typeface="Calibri"/>
                    <a:ea typeface="Calibri"/>
                    <a:cs typeface="Calibri"/>
                    <a:sym typeface="Calibri"/>
                  </a:rPr>
                  <a:t> ▪ 교사 활동</a:t>
                </a:r>
                <a:endParaRPr b="0" i="0" sz="10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000000"/>
                  </a:buClr>
                  <a:buSzPts val="1000"/>
                  <a:buFont typeface="Arial"/>
                  <a:buNone/>
                </a:pPr>
                <a:r>
                  <a:rPr b="0" i="0" lang="ko-KR" sz="1000" u="none" cap="none" strike="noStrike">
                    <a:solidFill>
                      <a:schemeClr val="dk1"/>
                    </a:solidFill>
                    <a:latin typeface="Calibri"/>
                    <a:ea typeface="Calibri"/>
                    <a:cs typeface="Calibri"/>
                    <a:sym typeface="Calibri"/>
                  </a:rPr>
                  <a:t>   - 학생 활동</a:t>
                </a:r>
                <a:endParaRPr b="0" i="0" sz="10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000000"/>
                  </a:buClr>
                  <a:buSzPts val="1000"/>
                  <a:buFont typeface="Arial"/>
                  <a:buNone/>
                </a:pPr>
                <a:r>
                  <a:rPr b="0" i="0" lang="ko-KR" sz="1000" u="none" cap="none" strike="noStrike">
                    <a:solidFill>
                      <a:schemeClr val="dk1"/>
                    </a:solidFill>
                    <a:latin typeface="Calibri"/>
                    <a:ea typeface="Calibri"/>
                    <a:cs typeface="Calibri"/>
                    <a:sym typeface="Calibri"/>
                  </a:rPr>
                  <a:t>   - 학생 활동</a:t>
                </a:r>
                <a:endParaRPr b="0" i="0" sz="1000" u="none" cap="none" strike="noStrike">
                  <a:solidFill>
                    <a:schemeClr val="dk1"/>
                  </a:solidFill>
                  <a:latin typeface="Calibri"/>
                  <a:ea typeface="Calibri"/>
                  <a:cs typeface="Calibri"/>
                  <a:sym typeface="Calibri"/>
                </a:endParaRPr>
              </a:p>
            </p:txBody>
          </p:sp>
          <p:sp>
            <p:nvSpPr>
              <p:cNvPr id="198" name="Google Shape;198;g3f3b1709a98_0_130"/>
              <p:cNvSpPr/>
              <p:nvPr/>
            </p:nvSpPr>
            <p:spPr>
              <a:xfrm>
                <a:off x="2274652" y="4892040"/>
                <a:ext cx="1221900" cy="264300"/>
              </a:xfrm>
              <a:prstGeom prst="roundRect">
                <a:avLst>
                  <a:gd fmla="val 50000" name="adj"/>
                </a:avLst>
              </a:prstGeom>
              <a:solidFill>
                <a:srgbClr val="FF536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ko-KR" sz="1000" u="none" cap="none" strike="noStrike">
                    <a:solidFill>
                      <a:schemeClr val="lt1"/>
                    </a:solidFill>
                    <a:latin typeface="Calibri"/>
                    <a:ea typeface="Calibri"/>
                    <a:cs typeface="Calibri"/>
                    <a:sym typeface="Calibri"/>
                  </a:rPr>
                  <a:t>단계명(분)  or  차시</a:t>
                </a:r>
                <a:endParaRPr b="0" i="0" sz="1400" u="none" cap="none" strike="noStrike">
                  <a:solidFill>
                    <a:srgbClr val="000000"/>
                  </a:solidFill>
                  <a:latin typeface="Arial"/>
                  <a:ea typeface="Arial"/>
                  <a:cs typeface="Arial"/>
                  <a:sym typeface="Arial"/>
                </a:endParaRPr>
              </a:p>
            </p:txBody>
          </p:sp>
        </p:grpSp>
      </p:grpSp>
      <p:grpSp>
        <p:nvGrpSpPr>
          <p:cNvPr id="199" name="Google Shape;199;g3f3b1709a98_0_130"/>
          <p:cNvGrpSpPr/>
          <p:nvPr/>
        </p:nvGrpSpPr>
        <p:grpSpPr>
          <a:xfrm>
            <a:off x="6750234" y="3817755"/>
            <a:ext cx="1873013" cy="2513252"/>
            <a:chOff x="936601" y="4046957"/>
            <a:chExt cx="1721203" cy="2513252"/>
          </a:xfrm>
        </p:grpSpPr>
        <p:sp>
          <p:nvSpPr>
            <p:cNvPr id="200" name="Google Shape;200;g3f3b1709a98_0_130"/>
            <p:cNvSpPr/>
            <p:nvPr/>
          </p:nvSpPr>
          <p:spPr>
            <a:xfrm>
              <a:off x="936704" y="5893609"/>
              <a:ext cx="1721100" cy="666600"/>
            </a:xfrm>
            <a:prstGeom prst="roundRect">
              <a:avLst>
                <a:gd fmla="val 6381" name="adj"/>
              </a:avLst>
            </a:prstGeom>
            <a:solidFill>
              <a:srgbClr val="FFF7DD"/>
            </a:solidFill>
            <a:ln cap="flat" cmpd="sng" w="12700">
              <a:solidFill>
                <a:srgbClr val="FFC000"/>
              </a:solidFill>
              <a:prstDash val="solid"/>
              <a:miter lim="80"/>
              <a:headEnd len="sm" w="sm" type="none"/>
              <a:tailEnd len="sm" w="sm" type="none"/>
            </a:ln>
          </p:spPr>
          <p:txBody>
            <a:bodyPr anchorCtr="0" anchor="ctr" bIns="0" lIns="0" spcFirstLastPara="1" rIns="0" wrap="square" tIns="0">
              <a:noAutofit/>
            </a:bodyPr>
            <a:lstStyle/>
            <a:p>
              <a:pPr indent="0" lvl="0" marL="85725" marR="0" rtl="0" algn="l">
                <a:lnSpc>
                  <a:spcPct val="110000"/>
                </a:lnSpc>
                <a:spcBef>
                  <a:spcPts val="0"/>
                </a:spcBef>
                <a:spcAft>
                  <a:spcPts val="0"/>
                </a:spcAft>
                <a:buClr>
                  <a:srgbClr val="000000"/>
                </a:buClr>
                <a:buSzPts val="1000"/>
                <a:buFont typeface="Arial"/>
                <a:buNone/>
              </a:pPr>
              <a:r>
                <a:rPr b="1" i="0" lang="ko-KR" sz="1000" u="none" cap="none" strike="noStrike">
                  <a:solidFill>
                    <a:schemeClr val="dk1"/>
                  </a:solidFill>
                  <a:latin typeface="Calibri"/>
                  <a:ea typeface="Calibri"/>
                  <a:cs typeface="Calibri"/>
                  <a:sym typeface="Calibri"/>
                </a:rPr>
                <a:t>도구: </a:t>
              </a:r>
              <a:endParaRPr b="0" i="0" sz="1400" u="none" cap="none" strike="noStrike">
                <a:solidFill>
                  <a:srgbClr val="000000"/>
                </a:solidFill>
                <a:latin typeface="Arial"/>
                <a:ea typeface="Arial"/>
                <a:cs typeface="Arial"/>
                <a:sym typeface="Arial"/>
              </a:endParaRPr>
            </a:p>
            <a:p>
              <a:pPr indent="0" lvl="0" marL="85725" marR="0" rtl="0" algn="l">
                <a:lnSpc>
                  <a:spcPct val="110000"/>
                </a:lnSpc>
                <a:spcBef>
                  <a:spcPts val="0"/>
                </a:spcBef>
                <a:spcAft>
                  <a:spcPts val="0"/>
                </a:spcAft>
                <a:buClr>
                  <a:srgbClr val="000000"/>
                </a:buClr>
                <a:buSzPts val="1000"/>
                <a:buFont typeface="Arial"/>
                <a:buNone/>
              </a:pPr>
              <a:r>
                <a:rPr b="1" i="0" lang="ko-KR" sz="1000" u="none" cap="none" strike="noStrike">
                  <a:solidFill>
                    <a:schemeClr val="dk1"/>
                  </a:solidFill>
                  <a:latin typeface="Calibri"/>
                  <a:ea typeface="Calibri"/>
                  <a:cs typeface="Calibri"/>
                  <a:sym typeface="Calibri"/>
                </a:rPr>
                <a:t>역할: </a:t>
              </a:r>
              <a:endParaRPr b="1" i="0" sz="1000" u="none" cap="none" strike="noStrike">
                <a:solidFill>
                  <a:schemeClr val="dk1"/>
                </a:solidFill>
                <a:latin typeface="Calibri"/>
                <a:ea typeface="Calibri"/>
                <a:cs typeface="Calibri"/>
                <a:sym typeface="Calibri"/>
              </a:endParaRPr>
            </a:p>
          </p:txBody>
        </p:sp>
        <p:grpSp>
          <p:nvGrpSpPr>
            <p:cNvPr id="201" name="Google Shape;201;g3f3b1709a98_0_130"/>
            <p:cNvGrpSpPr/>
            <p:nvPr/>
          </p:nvGrpSpPr>
          <p:grpSpPr>
            <a:xfrm>
              <a:off x="936601" y="4046957"/>
              <a:ext cx="1720935" cy="1778649"/>
              <a:chOff x="2194117" y="4892040"/>
              <a:chExt cx="1381500" cy="1778649"/>
            </a:xfrm>
          </p:grpSpPr>
          <p:sp>
            <p:nvSpPr>
              <p:cNvPr id="184" name="Google Shape;184;g3f3b1709a98_0_130"/>
              <p:cNvSpPr/>
              <p:nvPr/>
            </p:nvSpPr>
            <p:spPr>
              <a:xfrm>
                <a:off x="2194117" y="5023389"/>
                <a:ext cx="1381500" cy="1647300"/>
              </a:xfrm>
              <a:prstGeom prst="roundRect">
                <a:avLst>
                  <a:gd fmla="val 5951" name="adj"/>
                </a:avLst>
              </a:prstGeom>
              <a:solidFill>
                <a:schemeClr val="lt1"/>
              </a:solidFill>
              <a:ln cap="flat" cmpd="sng" w="19050">
                <a:solidFill>
                  <a:srgbClr val="FFC000"/>
                </a:solidFill>
                <a:prstDash val="solid"/>
                <a:miter lim="80"/>
                <a:headEnd len="sm" w="sm" type="none"/>
                <a:tailEnd len="sm" w="sm" type="none"/>
              </a:ln>
            </p:spPr>
            <p:txBody>
              <a:bodyPr anchorCtr="0" anchor="t" bIns="0" lIns="0" spcFirstLastPara="1" rIns="0" wrap="square" tIns="144000">
                <a:noAutofit/>
              </a:bodyPr>
              <a:lstStyle/>
              <a:p>
                <a:pPr indent="0" lvl="0" marL="0" marR="0" rtl="0" algn="ctr">
                  <a:lnSpc>
                    <a:spcPct val="130000"/>
                  </a:lnSpc>
                  <a:spcBef>
                    <a:spcPts val="0"/>
                  </a:spcBef>
                  <a:spcAft>
                    <a:spcPts val="0"/>
                  </a:spcAft>
                  <a:buClr>
                    <a:srgbClr val="000000"/>
                  </a:buClr>
                  <a:buSzPts val="1000"/>
                  <a:buFont typeface="Arial"/>
                  <a:buNone/>
                </a:pPr>
                <a:r>
                  <a:rPr b="1" i="0" lang="ko-KR" sz="1000" u="none" cap="none" strike="noStrike">
                    <a:solidFill>
                      <a:schemeClr val="dk1"/>
                    </a:solidFill>
                    <a:latin typeface="Calibri"/>
                    <a:ea typeface="Calibri"/>
                    <a:cs typeface="Calibri"/>
                    <a:sym typeface="Calibri"/>
                  </a:rPr>
                  <a:t>활동제목</a:t>
                </a:r>
                <a:endParaRPr b="1" i="0" sz="10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000000"/>
                  </a:buClr>
                  <a:buSzPts val="1000"/>
                  <a:buFont typeface="Arial"/>
                  <a:buNone/>
                </a:pPr>
                <a:r>
                  <a:rPr b="0" i="0" lang="ko-KR" sz="1000" u="none" cap="none" strike="noStrike">
                    <a:solidFill>
                      <a:schemeClr val="dk1"/>
                    </a:solidFill>
                    <a:latin typeface="Calibri"/>
                    <a:ea typeface="Calibri"/>
                    <a:cs typeface="Calibri"/>
                    <a:sym typeface="Calibri"/>
                  </a:rPr>
                  <a:t> ▪ 교사 활동</a:t>
                </a:r>
                <a:endParaRPr b="0" i="0" sz="10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000000"/>
                  </a:buClr>
                  <a:buSzPts val="1000"/>
                  <a:buFont typeface="Arial"/>
                  <a:buNone/>
                </a:pPr>
                <a:r>
                  <a:rPr b="0" i="0" lang="ko-KR" sz="1000" u="none" cap="none" strike="noStrike">
                    <a:solidFill>
                      <a:schemeClr val="dk1"/>
                    </a:solidFill>
                    <a:latin typeface="Calibri"/>
                    <a:ea typeface="Calibri"/>
                    <a:cs typeface="Calibri"/>
                    <a:sym typeface="Calibri"/>
                  </a:rPr>
                  <a:t>   - 학생 활동</a:t>
                </a:r>
                <a:endParaRPr b="0" i="0" sz="10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000000"/>
                  </a:buClr>
                  <a:buSzPts val="1000"/>
                  <a:buFont typeface="Arial"/>
                  <a:buNone/>
                </a:pPr>
                <a:r>
                  <a:rPr b="0" i="0" lang="ko-KR" sz="1000" u="none" cap="none" strike="noStrike">
                    <a:solidFill>
                      <a:schemeClr val="dk1"/>
                    </a:solidFill>
                    <a:latin typeface="Calibri"/>
                    <a:ea typeface="Calibri"/>
                    <a:cs typeface="Calibri"/>
                    <a:sym typeface="Calibri"/>
                  </a:rPr>
                  <a:t> - 학생 활동</a:t>
                </a:r>
                <a:endParaRPr b="0" i="0" sz="10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000000"/>
                  </a:buClr>
                  <a:buSzPts val="1000"/>
                  <a:buFont typeface="Arial"/>
                  <a:buNone/>
                </a:pPr>
                <a:r>
                  <a:rPr b="0" i="0" lang="ko-KR" sz="1000" u="none" cap="none" strike="noStrike">
                    <a:solidFill>
                      <a:schemeClr val="dk1"/>
                    </a:solidFill>
                    <a:latin typeface="Calibri"/>
                    <a:ea typeface="Calibri"/>
                    <a:cs typeface="Calibri"/>
                    <a:sym typeface="Calibri"/>
                  </a:rPr>
                  <a:t> ▪ 교사 활동</a:t>
                </a:r>
                <a:endParaRPr b="0" i="0" sz="10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000000"/>
                  </a:buClr>
                  <a:buSzPts val="1000"/>
                  <a:buFont typeface="Arial"/>
                  <a:buNone/>
                </a:pPr>
                <a:r>
                  <a:rPr b="0" i="0" lang="ko-KR" sz="1000" u="none" cap="none" strike="noStrike">
                    <a:solidFill>
                      <a:schemeClr val="dk1"/>
                    </a:solidFill>
                    <a:latin typeface="Calibri"/>
                    <a:ea typeface="Calibri"/>
                    <a:cs typeface="Calibri"/>
                    <a:sym typeface="Calibri"/>
                  </a:rPr>
                  <a:t>   - 학생 활동</a:t>
                </a:r>
                <a:endParaRPr b="0" i="0" sz="10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000000"/>
                  </a:buClr>
                  <a:buSzPts val="1000"/>
                  <a:buFont typeface="Arial"/>
                  <a:buNone/>
                </a:pPr>
                <a:r>
                  <a:rPr b="0" i="0" lang="ko-KR" sz="1000" u="none" cap="none" strike="noStrike">
                    <a:solidFill>
                      <a:schemeClr val="dk1"/>
                    </a:solidFill>
                    <a:latin typeface="Calibri"/>
                    <a:ea typeface="Calibri"/>
                    <a:cs typeface="Calibri"/>
                    <a:sym typeface="Calibri"/>
                  </a:rPr>
                  <a:t>   - 학생 활동</a:t>
                </a:r>
                <a:endParaRPr b="0" i="0" sz="1000" u="none" cap="none" strike="noStrike">
                  <a:solidFill>
                    <a:schemeClr val="dk1"/>
                  </a:solidFill>
                  <a:latin typeface="Calibri"/>
                  <a:ea typeface="Calibri"/>
                  <a:cs typeface="Calibri"/>
                  <a:sym typeface="Calibri"/>
                </a:endParaRPr>
              </a:p>
            </p:txBody>
          </p:sp>
          <p:sp>
            <p:nvSpPr>
              <p:cNvPr id="202" name="Google Shape;202;g3f3b1709a98_0_130"/>
              <p:cNvSpPr/>
              <p:nvPr/>
            </p:nvSpPr>
            <p:spPr>
              <a:xfrm>
                <a:off x="2274652" y="4892040"/>
                <a:ext cx="1221900" cy="264300"/>
              </a:xfrm>
              <a:prstGeom prst="roundRect">
                <a:avLst>
                  <a:gd fmla="val 50000" name="adj"/>
                </a:avLst>
              </a:prstGeom>
              <a:solidFill>
                <a:srgbClr val="FFC0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ko-KR" sz="1000" u="none" cap="none" strike="noStrike">
                    <a:solidFill>
                      <a:schemeClr val="lt1"/>
                    </a:solidFill>
                    <a:latin typeface="Calibri"/>
                    <a:ea typeface="Calibri"/>
                    <a:cs typeface="Calibri"/>
                    <a:sym typeface="Calibri"/>
                  </a:rPr>
                  <a:t>단계명(분)  or  차시</a:t>
                </a:r>
                <a:endParaRPr b="0" i="0" sz="1400" u="none" cap="none" strike="noStrike">
                  <a:solidFill>
                    <a:srgbClr val="000000"/>
                  </a:solidFill>
                  <a:latin typeface="Arial"/>
                  <a:ea typeface="Arial"/>
                  <a:cs typeface="Arial"/>
                  <a:sym typeface="Arial"/>
                </a:endParaRPr>
              </a:p>
            </p:txBody>
          </p:sp>
        </p:grpSp>
      </p:grpSp>
      <p:grpSp>
        <p:nvGrpSpPr>
          <p:cNvPr id="203" name="Google Shape;203;g3f3b1709a98_0_130"/>
          <p:cNvGrpSpPr/>
          <p:nvPr/>
        </p:nvGrpSpPr>
        <p:grpSpPr>
          <a:xfrm>
            <a:off x="347851" y="4582151"/>
            <a:ext cx="328286" cy="474651"/>
            <a:chOff x="347851" y="4186705"/>
            <a:chExt cx="328286" cy="474651"/>
          </a:xfrm>
        </p:grpSpPr>
        <p:pic>
          <p:nvPicPr>
            <p:cNvPr id="204" name="Google Shape;204;g3f3b1709a98_0_130"/>
            <p:cNvPicPr preferRelativeResize="0"/>
            <p:nvPr/>
          </p:nvPicPr>
          <p:blipFill rotWithShape="1">
            <a:blip r:embed="rId3">
              <a:alphaModFix/>
            </a:blip>
            <a:srcRect b="0" l="0" r="0" t="0"/>
            <a:stretch/>
          </p:blipFill>
          <p:spPr>
            <a:xfrm>
              <a:off x="347851" y="4186705"/>
              <a:ext cx="328286" cy="328284"/>
            </a:xfrm>
            <a:prstGeom prst="rect">
              <a:avLst/>
            </a:prstGeom>
            <a:noFill/>
            <a:ln>
              <a:noFill/>
            </a:ln>
          </p:spPr>
        </p:pic>
        <p:sp>
          <p:nvSpPr>
            <p:cNvPr id="205" name="Google Shape;205;g3f3b1709a98_0_130"/>
            <p:cNvSpPr txBox="1"/>
            <p:nvPr/>
          </p:nvSpPr>
          <p:spPr>
            <a:xfrm>
              <a:off x="358105" y="4476556"/>
              <a:ext cx="307800" cy="1848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200"/>
                <a:buFont typeface="Arial"/>
                <a:buNone/>
              </a:pPr>
              <a:r>
                <a:rPr b="1" i="0" lang="ko-KR" sz="1200" u="none" cap="none" strike="noStrike">
                  <a:solidFill>
                    <a:schemeClr val="dk1"/>
                  </a:solidFill>
                  <a:latin typeface="Calibri"/>
                  <a:ea typeface="Calibri"/>
                  <a:cs typeface="Calibri"/>
                  <a:sym typeface="Calibri"/>
                </a:rPr>
                <a:t>모둠</a:t>
              </a:r>
              <a:endParaRPr b="1" i="0" sz="1200" u="none" cap="none" strike="noStrike">
                <a:solidFill>
                  <a:schemeClr val="dk1"/>
                </a:solidFill>
                <a:latin typeface="Calibri"/>
                <a:ea typeface="Calibri"/>
                <a:cs typeface="Calibri"/>
                <a:sym typeface="Calibri"/>
              </a:endParaRPr>
            </a:p>
          </p:txBody>
        </p:sp>
      </p:grpSp>
      <p:grpSp>
        <p:nvGrpSpPr>
          <p:cNvPr id="206" name="Google Shape;206;g3f3b1709a98_0_130"/>
          <p:cNvGrpSpPr/>
          <p:nvPr/>
        </p:nvGrpSpPr>
        <p:grpSpPr>
          <a:xfrm>
            <a:off x="358108" y="5609243"/>
            <a:ext cx="307800" cy="413361"/>
            <a:chOff x="358105" y="5273056"/>
            <a:chExt cx="307800" cy="413361"/>
          </a:xfrm>
        </p:grpSpPr>
        <p:pic>
          <p:nvPicPr>
            <p:cNvPr descr="preencoded.png" id="207" name="Google Shape;207;g3f3b1709a98_0_130"/>
            <p:cNvPicPr preferRelativeResize="0"/>
            <p:nvPr/>
          </p:nvPicPr>
          <p:blipFill rotWithShape="1">
            <a:blip r:embed="rId4">
              <a:alphaModFix/>
            </a:blip>
            <a:srcRect b="0" l="0" r="0" t="0"/>
            <a:stretch/>
          </p:blipFill>
          <p:spPr>
            <a:xfrm>
              <a:off x="398968" y="5273056"/>
              <a:ext cx="222538" cy="222538"/>
            </a:xfrm>
            <a:prstGeom prst="rect">
              <a:avLst/>
            </a:prstGeom>
            <a:noFill/>
            <a:ln>
              <a:noFill/>
            </a:ln>
          </p:spPr>
        </p:pic>
        <p:sp>
          <p:nvSpPr>
            <p:cNvPr id="208" name="Google Shape;208;g3f3b1709a98_0_130"/>
            <p:cNvSpPr txBox="1"/>
            <p:nvPr/>
          </p:nvSpPr>
          <p:spPr>
            <a:xfrm>
              <a:off x="358105" y="5501617"/>
              <a:ext cx="307800" cy="1848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200"/>
                <a:buFont typeface="Arial"/>
                <a:buNone/>
              </a:pPr>
              <a:r>
                <a:rPr b="1" i="0" lang="ko-KR" sz="1200" u="none" cap="none" strike="noStrike">
                  <a:solidFill>
                    <a:schemeClr val="dk1"/>
                  </a:solidFill>
                  <a:latin typeface="Calibri"/>
                  <a:ea typeface="Calibri"/>
                  <a:cs typeface="Calibri"/>
                  <a:sym typeface="Calibri"/>
                </a:rPr>
                <a:t>개별</a:t>
              </a:r>
              <a:endParaRPr b="1" i="0" sz="1200" u="none" cap="none" strike="noStrike">
                <a:solidFill>
                  <a:schemeClr val="dk1"/>
                </a:solidFill>
                <a:latin typeface="Calibri"/>
                <a:ea typeface="Calibri"/>
                <a:cs typeface="Calibri"/>
                <a:sym typeface="Calibri"/>
              </a:endParaRPr>
            </a:p>
          </p:txBody>
        </p:sp>
      </p:grpSp>
      <p:sp>
        <p:nvSpPr>
          <p:cNvPr id="209" name="Google Shape;209;g3f3b1709a98_0_130"/>
          <p:cNvSpPr txBox="1"/>
          <p:nvPr/>
        </p:nvSpPr>
        <p:spPr>
          <a:xfrm>
            <a:off x="294812" y="3003885"/>
            <a:ext cx="492300" cy="4617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200"/>
              <a:buFont typeface="Arial"/>
              <a:buNone/>
            </a:pPr>
            <a:r>
              <a:rPr b="1" i="0" lang="ko-KR" sz="1200" u="none" cap="none" strike="noStrike">
                <a:solidFill>
                  <a:schemeClr val="dk1"/>
                </a:solidFill>
                <a:latin typeface="Calibri"/>
                <a:ea typeface="Calibri"/>
                <a:cs typeface="Calibri"/>
                <a:sym typeface="Calibri"/>
              </a:rPr>
              <a:t>학습</a:t>
            </a:r>
            <a:endParaRPr b="1" i="0" sz="1200" u="none" cap="none" strike="noStrike">
              <a:solidFill>
                <a:schemeClr val="dk1"/>
              </a:solidFill>
              <a:latin typeface="Calibri"/>
              <a:ea typeface="Calibri"/>
              <a:cs typeface="Calibri"/>
              <a:sym typeface="Calibri"/>
            </a:endParaRPr>
          </a:p>
          <a:p>
            <a:pPr indent="0" lvl="0" marL="0" marR="0" rtl="0" algn="r">
              <a:lnSpc>
                <a:spcPct val="100000"/>
              </a:lnSpc>
              <a:spcBef>
                <a:spcPts val="0"/>
              </a:spcBef>
              <a:spcAft>
                <a:spcPts val="0"/>
              </a:spcAft>
              <a:buClr>
                <a:srgbClr val="000000"/>
              </a:buClr>
              <a:buSzPts val="1200"/>
              <a:buFont typeface="Arial"/>
              <a:buNone/>
            </a:pPr>
            <a:r>
              <a:rPr b="1" i="0" lang="ko-KR" sz="1200" u="none" cap="none" strike="noStrike">
                <a:solidFill>
                  <a:schemeClr val="dk1"/>
                </a:solidFill>
                <a:latin typeface="Calibri"/>
                <a:ea typeface="Calibri"/>
                <a:cs typeface="Calibri"/>
                <a:sym typeface="Calibri"/>
              </a:rPr>
              <a:t>형태</a:t>
            </a:r>
            <a:endParaRPr b="0" i="0" sz="1400" u="none" cap="none" strike="noStrike">
              <a:solidFill>
                <a:srgbClr val="000000"/>
              </a:solidFill>
              <a:latin typeface="Arial"/>
              <a:ea typeface="Arial"/>
              <a:cs typeface="Arial"/>
              <a:sym typeface="Arial"/>
            </a:endParaRPr>
          </a:p>
        </p:txBody>
      </p:sp>
      <p:sp>
        <p:nvSpPr>
          <p:cNvPr id="210" name="Google Shape;210;g3f3b1709a98_0_130"/>
          <p:cNvSpPr/>
          <p:nvPr/>
        </p:nvSpPr>
        <p:spPr>
          <a:xfrm>
            <a:off x="260063" y="2591073"/>
            <a:ext cx="1334700" cy="303300"/>
          </a:xfrm>
          <a:prstGeom prst="roundRect">
            <a:avLst>
              <a:gd fmla="val 50000" name="adj"/>
            </a:avLst>
          </a:prstGeom>
          <a:solidFill>
            <a:srgbClr val="2F559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ko-KR" sz="1200" u="none" cap="none" strike="noStrike">
                <a:solidFill>
                  <a:schemeClr val="lt1"/>
                </a:solidFill>
                <a:latin typeface="Calibri"/>
                <a:ea typeface="Calibri"/>
                <a:cs typeface="Calibri"/>
                <a:sym typeface="Calibri"/>
              </a:rPr>
              <a:t>교수·학습 흐름</a:t>
            </a:r>
            <a:endParaRPr b="0" i="0" sz="1400" u="none" cap="none" strike="noStrike">
              <a:solidFill>
                <a:srgbClr val="000000"/>
              </a:solidFill>
              <a:latin typeface="Arial"/>
              <a:ea typeface="Arial"/>
              <a:cs typeface="Arial"/>
              <a:sym typeface="Arial"/>
            </a:endParaRPr>
          </a:p>
        </p:txBody>
      </p:sp>
      <p:graphicFrame>
        <p:nvGraphicFramePr>
          <p:cNvPr id="211" name="Google Shape;211;g3f3b1709a98_0_130"/>
          <p:cNvGraphicFramePr/>
          <p:nvPr/>
        </p:nvGraphicFramePr>
        <p:xfrm>
          <a:off x="254085" y="7157213"/>
          <a:ext cx="3000000" cy="3000000"/>
        </p:xfrm>
        <a:graphic>
          <a:graphicData uri="http://schemas.openxmlformats.org/drawingml/2006/table">
            <a:tbl>
              <a:tblPr bandRow="1" firstRow="1">
                <a:noFill/>
                <a:tableStyleId>{5440891D-E3CE-4277-AC4C-BF97EED1E2F9}</a:tableStyleId>
              </a:tblPr>
              <a:tblGrid>
                <a:gridCol w="1718550"/>
                <a:gridCol w="1948575"/>
                <a:gridCol w="1948575"/>
                <a:gridCol w="1948575"/>
                <a:gridCol w="1229425"/>
              </a:tblGrid>
              <a:tr h="256425">
                <a:tc rowSpan="2">
                  <a:txBody>
                    <a:bodyPr/>
                    <a:lstStyle/>
                    <a:p>
                      <a:pPr indent="0" lvl="0" marL="0" marR="0" rtl="0" algn="ctr">
                        <a:lnSpc>
                          <a:spcPct val="100000"/>
                        </a:lnSpc>
                        <a:spcBef>
                          <a:spcPts val="0"/>
                        </a:spcBef>
                        <a:spcAft>
                          <a:spcPts val="0"/>
                        </a:spcAft>
                        <a:buClr>
                          <a:srgbClr val="000000"/>
                        </a:buClr>
                        <a:buSzPts val="1100"/>
                        <a:buFont typeface="Arial"/>
                        <a:buNone/>
                      </a:pPr>
                      <a:r>
                        <a:rPr b="1" lang="ko-KR" sz="1100" u="none" cap="none" strike="noStrike">
                          <a:solidFill>
                            <a:schemeClr val="lt1"/>
                          </a:solidFill>
                          <a:latin typeface="Malgun Gothic"/>
                          <a:ea typeface="Malgun Gothic"/>
                          <a:cs typeface="Malgun Gothic"/>
                          <a:sym typeface="Malgun Gothic"/>
                        </a:rPr>
                        <a:t>평가요소</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chemeClr val="lt1"/>
                      </a:solidFill>
                      <a:prstDash val="solid"/>
                      <a:round/>
                      <a:headEnd len="sm" w="sm" type="none"/>
                      <a:tailEnd len="sm" w="sm" type="none"/>
                    </a:lnR>
                    <a:lnT cap="flat" cmpd="sng" w="19050">
                      <a:solidFill>
                        <a:srgbClr val="03A9F4"/>
                      </a:solidFill>
                      <a:prstDash val="solid"/>
                      <a:round/>
                      <a:headEnd len="sm" w="sm" type="none"/>
                      <a:tailEnd len="sm" w="sm" type="none"/>
                    </a:lnT>
                    <a:lnB cap="flat" cmpd="sng" w="9525">
                      <a:solidFill>
                        <a:schemeClr val="lt1"/>
                      </a:solidFill>
                      <a:prstDash val="solid"/>
                      <a:round/>
                      <a:headEnd len="sm" w="sm" type="none"/>
                      <a:tailEnd len="sm" w="sm" type="none"/>
                    </a:lnB>
                    <a:solidFill>
                      <a:srgbClr val="03A9F4"/>
                    </a:solidFill>
                  </a:tcPr>
                </a:tc>
                <a:tc gridSpan="3">
                  <a:txBody>
                    <a:bodyPr/>
                    <a:lstStyle/>
                    <a:p>
                      <a:pPr indent="0" lvl="0" marL="0" marR="0" rtl="0" algn="ctr">
                        <a:lnSpc>
                          <a:spcPct val="100000"/>
                        </a:lnSpc>
                        <a:spcBef>
                          <a:spcPts val="0"/>
                        </a:spcBef>
                        <a:spcAft>
                          <a:spcPts val="0"/>
                        </a:spcAft>
                        <a:buClr>
                          <a:srgbClr val="000000"/>
                        </a:buClr>
                        <a:buSzPts val="1100"/>
                        <a:buFont typeface="Arial"/>
                        <a:buNone/>
                      </a:pPr>
                      <a:r>
                        <a:rPr b="1" lang="ko-KR" sz="1100" u="none" cap="none" strike="noStrike">
                          <a:solidFill>
                            <a:schemeClr val="lt1"/>
                          </a:solidFill>
                          <a:latin typeface="Malgun Gothic"/>
                          <a:ea typeface="Malgun Gothic"/>
                          <a:cs typeface="Malgun Gothic"/>
                          <a:sym typeface="Malgun Gothic"/>
                        </a:rPr>
                        <a:t>피드백</a:t>
                      </a:r>
                      <a:endParaRPr sz="1400" u="none" cap="none" strike="noStrike"/>
                    </a:p>
                  </a:txBody>
                  <a:tcPr marT="45725" marB="45725" marR="9145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19050">
                      <a:solidFill>
                        <a:srgbClr val="03A9F4"/>
                      </a:solidFill>
                      <a:prstDash val="solid"/>
                      <a:round/>
                      <a:headEnd len="sm" w="sm" type="none"/>
                      <a:tailEnd len="sm" w="sm" type="none"/>
                    </a:lnT>
                    <a:lnB cap="flat" cmpd="sng" w="9525">
                      <a:solidFill>
                        <a:schemeClr val="lt1"/>
                      </a:solidFill>
                      <a:prstDash val="solid"/>
                      <a:round/>
                      <a:headEnd len="sm" w="sm" type="none"/>
                      <a:tailEnd len="sm" w="sm" type="none"/>
                    </a:lnB>
                    <a:solidFill>
                      <a:srgbClr val="03A9F4"/>
                    </a:solidFill>
                  </a:tcPr>
                </a:tc>
                <a:tc hMerge="1"/>
                <a:tc hMerge="1"/>
                <a:tc rowSpan="2">
                  <a:txBody>
                    <a:bodyPr/>
                    <a:lstStyle/>
                    <a:p>
                      <a:pPr indent="0" lvl="0" marL="0" marR="0" rtl="0" algn="ctr">
                        <a:lnSpc>
                          <a:spcPct val="100000"/>
                        </a:lnSpc>
                        <a:spcBef>
                          <a:spcPts val="0"/>
                        </a:spcBef>
                        <a:spcAft>
                          <a:spcPts val="0"/>
                        </a:spcAft>
                        <a:buClr>
                          <a:srgbClr val="000000"/>
                        </a:buClr>
                        <a:buSzPts val="1100"/>
                        <a:buFont typeface="Arial"/>
                        <a:buNone/>
                      </a:pPr>
                      <a:r>
                        <a:rPr b="1" lang="ko-KR" sz="1100" u="none" cap="none" strike="noStrike">
                          <a:solidFill>
                            <a:schemeClr val="lt1"/>
                          </a:solidFill>
                          <a:latin typeface="Malgun Gothic"/>
                          <a:ea typeface="Malgun Gothic"/>
                          <a:cs typeface="Malgun Gothic"/>
                          <a:sym typeface="Malgun Gothic"/>
                        </a:rPr>
                        <a:t>평가도구</a:t>
                      </a:r>
                      <a:endParaRPr b="1" sz="1100" u="none" cap="none" strike="noStrike">
                        <a:solidFill>
                          <a:schemeClr val="lt1"/>
                        </a:solidFill>
                        <a:latin typeface="Malgun Gothic"/>
                        <a:ea typeface="Malgun Gothic"/>
                        <a:cs typeface="Malgun Gothic"/>
                        <a:sym typeface="Malgun Gothic"/>
                      </a:endParaRPr>
                    </a:p>
                    <a:p>
                      <a:pPr indent="0" lvl="0" marL="0" marR="0" rtl="0" algn="ctr">
                        <a:lnSpc>
                          <a:spcPct val="100000"/>
                        </a:lnSpc>
                        <a:spcBef>
                          <a:spcPts val="0"/>
                        </a:spcBef>
                        <a:spcAft>
                          <a:spcPts val="0"/>
                        </a:spcAft>
                        <a:buClr>
                          <a:srgbClr val="000000"/>
                        </a:buClr>
                        <a:buSzPts val="1100"/>
                        <a:buFont typeface="Arial"/>
                        <a:buNone/>
                      </a:pPr>
                      <a:r>
                        <a:rPr b="1" lang="ko-KR" sz="1100" u="none" cap="none" strike="noStrike">
                          <a:solidFill>
                            <a:schemeClr val="lt1"/>
                          </a:solidFill>
                          <a:latin typeface="Malgun Gothic"/>
                          <a:ea typeface="Malgun Gothic"/>
                          <a:cs typeface="Malgun Gothic"/>
                          <a:sym typeface="Malgun Gothic"/>
                        </a:rPr>
                        <a:t>(방법)</a:t>
                      </a:r>
                      <a:endParaRPr b="1" sz="1100" u="none" cap="none" strike="noStrike">
                        <a:solidFill>
                          <a:schemeClr val="lt1"/>
                        </a:solidFill>
                        <a:latin typeface="Malgun Gothic"/>
                        <a:ea typeface="Malgun Gothic"/>
                        <a:cs typeface="Malgun Gothic"/>
                        <a:sym typeface="Malgun Gothic"/>
                      </a:endParaRPr>
                    </a:p>
                  </a:txBody>
                  <a:tcPr marT="45725" marB="45725" marR="91450" marL="91450" anchor="ctr">
                    <a:lnL cap="flat" cmpd="sng" w="9525">
                      <a:solidFill>
                        <a:schemeClr val="lt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9050">
                      <a:solidFill>
                        <a:srgbClr val="03A9F4"/>
                      </a:solidFill>
                      <a:prstDash val="solid"/>
                      <a:round/>
                      <a:headEnd len="sm" w="sm" type="none"/>
                      <a:tailEnd len="sm" w="sm" type="none"/>
                    </a:lnT>
                    <a:lnB cap="flat" cmpd="sng" w="9525">
                      <a:solidFill>
                        <a:schemeClr val="lt1"/>
                      </a:solidFill>
                      <a:prstDash val="solid"/>
                      <a:round/>
                      <a:headEnd len="sm" w="sm" type="none"/>
                      <a:tailEnd len="sm" w="sm" type="none"/>
                    </a:lnB>
                    <a:solidFill>
                      <a:srgbClr val="03A9F4"/>
                    </a:solidFill>
                  </a:tcPr>
                </a:tc>
              </a:tr>
              <a:tr h="256425">
                <a:tc vMerge="1"/>
                <a:tc>
                  <a:txBody>
                    <a:bodyPr/>
                    <a:lstStyle/>
                    <a:p>
                      <a:pPr indent="0" lvl="0" marL="0" marR="0" rtl="0" algn="ctr">
                        <a:lnSpc>
                          <a:spcPct val="100000"/>
                        </a:lnSpc>
                        <a:spcBef>
                          <a:spcPts val="0"/>
                        </a:spcBef>
                        <a:spcAft>
                          <a:spcPts val="0"/>
                        </a:spcAft>
                        <a:buClr>
                          <a:srgbClr val="000000"/>
                        </a:buClr>
                        <a:buSzPts val="1100"/>
                        <a:buFont typeface="Arial"/>
                        <a:buNone/>
                      </a:pPr>
                      <a:r>
                        <a:rPr b="1" lang="ko-KR" sz="1100" u="none" cap="none" strike="noStrike">
                          <a:solidFill>
                            <a:schemeClr val="lt1"/>
                          </a:solidFill>
                          <a:latin typeface="Malgun Gothic"/>
                          <a:ea typeface="Malgun Gothic"/>
                          <a:cs typeface="Malgun Gothic"/>
                          <a:sym typeface="Malgun Gothic"/>
                        </a:rPr>
                        <a:t>심화</a:t>
                      </a:r>
                      <a:endParaRPr sz="1400" u="none" cap="none" strike="noStrike"/>
                    </a:p>
                  </a:txBody>
                  <a:tcPr marT="45725" marB="45725" marR="9145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03A9F4"/>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1" lang="ko-KR" sz="1100" u="none" cap="none" strike="noStrike">
                          <a:solidFill>
                            <a:schemeClr val="lt1"/>
                          </a:solidFill>
                          <a:latin typeface="Malgun Gothic"/>
                          <a:ea typeface="Malgun Gothic"/>
                          <a:cs typeface="Malgun Gothic"/>
                          <a:sym typeface="Malgun Gothic"/>
                        </a:rPr>
                        <a:t>기본</a:t>
                      </a:r>
                      <a:endParaRPr sz="1400" u="none" cap="none" strike="noStrike"/>
                    </a:p>
                  </a:txBody>
                  <a:tcPr marT="45725" marB="45725" marR="9145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03A9F4"/>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1" lang="ko-KR" sz="1100" u="none" cap="none" strike="noStrike">
                          <a:solidFill>
                            <a:schemeClr val="lt1"/>
                          </a:solidFill>
                          <a:latin typeface="Malgun Gothic"/>
                          <a:ea typeface="Malgun Gothic"/>
                          <a:cs typeface="Malgun Gothic"/>
                          <a:sym typeface="Malgun Gothic"/>
                        </a:rPr>
                        <a:t>기초 </a:t>
                      </a:r>
                      <a:endParaRPr sz="1400" u="none" cap="none" strike="noStrike"/>
                    </a:p>
                  </a:txBody>
                  <a:tcPr marT="45725" marB="45725" marR="9145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03A9F4"/>
                    </a:solidFill>
                  </a:tcPr>
                </a:tc>
                <a:tc vMerge="1"/>
              </a:tr>
              <a:tr h="533850">
                <a:tc>
                  <a:txBody>
                    <a:bodyPr/>
                    <a:lstStyle/>
                    <a:p>
                      <a:pPr indent="0" lvl="0" marL="0" marR="0" rtl="0" algn="ctr">
                        <a:lnSpc>
                          <a:spcPct val="100000"/>
                        </a:lnSpc>
                        <a:spcBef>
                          <a:spcPts val="0"/>
                        </a:spcBef>
                        <a:spcAft>
                          <a:spcPts val="0"/>
                        </a:spcAft>
                        <a:buClr>
                          <a:srgbClr val="000000"/>
                        </a:buClr>
                        <a:buSzPts val="1100"/>
                        <a:buFont typeface="Arial"/>
                        <a:buNone/>
                      </a:pPr>
                      <a:r>
                        <a:t/>
                      </a:r>
                      <a:endParaRPr b="1" sz="1100" u="none" cap="none" strike="noStrike">
                        <a:solidFill>
                          <a:schemeClr val="dk1"/>
                        </a:solidFill>
                        <a:latin typeface="Malgun Gothic"/>
                        <a:ea typeface="Malgun Gothic"/>
                        <a:cs typeface="Malgun Gothic"/>
                        <a:sym typeface="Malgun Gothic"/>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3A9F4"/>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rgbClr val="03A9F4"/>
                      </a:solidFill>
                      <a:prstDash val="solid"/>
                      <a:round/>
                      <a:headEnd len="sm" w="sm" type="none"/>
                      <a:tailEnd len="sm" w="sm" type="none"/>
                    </a:lnB>
                    <a:solidFill>
                      <a:srgbClr val="D9F3FF"/>
                    </a:solidFill>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b="1" sz="1100" u="none" cap="none" strike="noStrike">
                        <a:solidFill>
                          <a:schemeClr val="dk1"/>
                        </a:solidFill>
                        <a:latin typeface="Malgun Gothic"/>
                        <a:ea typeface="Malgun Gothic"/>
                        <a:cs typeface="Malgun Gothic"/>
                        <a:sym typeface="Malgun Gothic"/>
                      </a:endParaRPr>
                    </a:p>
                  </a:txBody>
                  <a:tcPr marT="45725" marB="45725" marR="91450" marL="91450" anchor="ctr">
                    <a:lnL cap="flat" cmpd="sng" w="9525">
                      <a:solidFill>
                        <a:srgbClr val="03A9F4"/>
                      </a:solidFill>
                      <a:prstDash val="solid"/>
                      <a:round/>
                      <a:headEnd len="sm" w="sm" type="none"/>
                      <a:tailEnd len="sm" w="sm" type="none"/>
                    </a:lnL>
                    <a:lnR cap="flat" cmpd="sng" w="9525">
                      <a:solidFill>
                        <a:srgbClr val="03A9F4"/>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rgbClr val="03A9F4"/>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b="1" sz="1100" u="none" cap="none" strike="noStrike">
                        <a:solidFill>
                          <a:schemeClr val="dk1"/>
                        </a:solidFill>
                        <a:latin typeface="Malgun Gothic"/>
                        <a:ea typeface="Malgun Gothic"/>
                        <a:cs typeface="Malgun Gothic"/>
                        <a:sym typeface="Malgun Gothic"/>
                      </a:endParaRPr>
                    </a:p>
                  </a:txBody>
                  <a:tcPr marT="45725" marB="45725" marR="91450" marL="91450" anchor="ctr">
                    <a:lnL cap="flat" cmpd="sng" w="9525">
                      <a:solidFill>
                        <a:srgbClr val="03A9F4"/>
                      </a:solidFill>
                      <a:prstDash val="solid"/>
                      <a:round/>
                      <a:headEnd len="sm" w="sm" type="none"/>
                      <a:tailEnd len="sm" w="sm" type="none"/>
                    </a:lnL>
                    <a:lnR cap="flat" cmpd="sng" w="9525">
                      <a:solidFill>
                        <a:srgbClr val="03A9F4"/>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rgbClr val="03A9F4"/>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b="1" sz="1100" u="none" cap="none" strike="noStrike">
                        <a:solidFill>
                          <a:schemeClr val="dk1"/>
                        </a:solidFill>
                        <a:latin typeface="Malgun Gothic"/>
                        <a:ea typeface="Malgun Gothic"/>
                        <a:cs typeface="Malgun Gothic"/>
                        <a:sym typeface="Malgun Gothic"/>
                      </a:endParaRPr>
                    </a:p>
                  </a:txBody>
                  <a:tcPr marT="45725" marB="45725" marR="91450" marL="91450" anchor="ctr">
                    <a:lnL cap="flat" cmpd="sng" w="9525">
                      <a:solidFill>
                        <a:srgbClr val="03A9F4"/>
                      </a:solidFill>
                      <a:prstDash val="solid"/>
                      <a:round/>
                      <a:headEnd len="sm" w="sm" type="none"/>
                      <a:tailEnd len="sm" w="sm" type="none"/>
                    </a:lnL>
                    <a:lnR cap="flat" cmpd="sng" w="9525">
                      <a:solidFill>
                        <a:srgbClr val="03A9F4"/>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rgbClr val="03A9F4"/>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b="1" sz="1100" u="none" cap="none" strike="noStrike">
                        <a:solidFill>
                          <a:schemeClr val="dk1"/>
                        </a:solidFill>
                        <a:latin typeface="Malgun Gothic"/>
                        <a:ea typeface="Malgun Gothic"/>
                        <a:cs typeface="Malgun Gothic"/>
                        <a:sym typeface="Malgun Gothic"/>
                      </a:endParaRPr>
                    </a:p>
                  </a:txBody>
                  <a:tcPr marT="45725" marB="45725" marR="91450" marL="91450" anchor="ctr">
                    <a:lnL cap="flat" cmpd="sng" w="9525">
                      <a:solidFill>
                        <a:srgbClr val="03A9F4"/>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rgbClr val="03A9F4"/>
                      </a:solidFill>
                      <a:prstDash val="solid"/>
                      <a:round/>
                      <a:headEnd len="sm" w="sm" type="none"/>
                      <a:tailEnd len="sm" w="sm" type="none"/>
                    </a:lnB>
                  </a:tcPr>
                </a:tc>
              </a:tr>
              <a:tr h="533850">
                <a:tc>
                  <a:txBody>
                    <a:bodyPr/>
                    <a:lstStyle/>
                    <a:p>
                      <a:pPr indent="0" lvl="0" marL="0" marR="0" rtl="0" algn="ctr">
                        <a:lnSpc>
                          <a:spcPct val="100000"/>
                        </a:lnSpc>
                        <a:spcBef>
                          <a:spcPts val="0"/>
                        </a:spcBef>
                        <a:spcAft>
                          <a:spcPts val="0"/>
                        </a:spcAft>
                        <a:buClr>
                          <a:srgbClr val="000000"/>
                        </a:buClr>
                        <a:buSzPts val="1100"/>
                        <a:buFont typeface="Arial"/>
                        <a:buNone/>
                      </a:pPr>
                      <a:r>
                        <a:t/>
                      </a:r>
                      <a:endParaRPr b="1" sz="1100" u="none" cap="none" strike="noStrike">
                        <a:solidFill>
                          <a:schemeClr val="dk1"/>
                        </a:solidFill>
                        <a:latin typeface="Malgun Gothic"/>
                        <a:ea typeface="Malgun Gothic"/>
                        <a:cs typeface="Malgun Gothic"/>
                        <a:sym typeface="Malgun Gothic"/>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3A9F4"/>
                      </a:solidFill>
                      <a:prstDash val="solid"/>
                      <a:round/>
                      <a:headEnd len="sm" w="sm" type="none"/>
                      <a:tailEnd len="sm" w="sm" type="none"/>
                    </a:lnR>
                    <a:lnT cap="flat" cmpd="sng" w="9525">
                      <a:solidFill>
                        <a:srgbClr val="03A9F4"/>
                      </a:solidFill>
                      <a:prstDash val="solid"/>
                      <a:round/>
                      <a:headEnd len="sm" w="sm" type="none"/>
                      <a:tailEnd len="sm" w="sm" type="none"/>
                    </a:lnT>
                    <a:lnB cap="flat" cmpd="sng" w="19050">
                      <a:solidFill>
                        <a:srgbClr val="03A9F4"/>
                      </a:solidFill>
                      <a:prstDash val="solid"/>
                      <a:round/>
                      <a:headEnd len="sm" w="sm" type="none"/>
                      <a:tailEnd len="sm" w="sm" type="none"/>
                    </a:lnB>
                    <a:solidFill>
                      <a:srgbClr val="D9F3FF"/>
                    </a:solidFill>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b="1" sz="1100" u="none" cap="none" strike="noStrike">
                        <a:solidFill>
                          <a:schemeClr val="dk1"/>
                        </a:solidFill>
                        <a:latin typeface="Malgun Gothic"/>
                        <a:ea typeface="Malgun Gothic"/>
                        <a:cs typeface="Malgun Gothic"/>
                        <a:sym typeface="Malgun Gothic"/>
                      </a:endParaRPr>
                    </a:p>
                  </a:txBody>
                  <a:tcPr marT="45725" marB="45725" marR="91450" marL="91450" anchor="ctr">
                    <a:lnL cap="flat" cmpd="sng" w="9525">
                      <a:solidFill>
                        <a:srgbClr val="03A9F4"/>
                      </a:solidFill>
                      <a:prstDash val="solid"/>
                      <a:round/>
                      <a:headEnd len="sm" w="sm" type="none"/>
                      <a:tailEnd len="sm" w="sm" type="none"/>
                    </a:lnL>
                    <a:lnR cap="flat" cmpd="sng" w="9525">
                      <a:solidFill>
                        <a:srgbClr val="03A9F4"/>
                      </a:solidFill>
                      <a:prstDash val="solid"/>
                      <a:round/>
                      <a:headEnd len="sm" w="sm" type="none"/>
                      <a:tailEnd len="sm" w="sm" type="none"/>
                    </a:lnR>
                    <a:lnT cap="flat" cmpd="sng" w="9525">
                      <a:solidFill>
                        <a:srgbClr val="03A9F4"/>
                      </a:solidFill>
                      <a:prstDash val="solid"/>
                      <a:round/>
                      <a:headEnd len="sm" w="sm" type="none"/>
                      <a:tailEnd len="sm" w="sm" type="none"/>
                    </a:lnT>
                    <a:lnB cap="flat" cmpd="sng" w="19050">
                      <a:solidFill>
                        <a:srgbClr val="03A9F4"/>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b="1" sz="1100" u="none" cap="none" strike="noStrike">
                        <a:solidFill>
                          <a:schemeClr val="dk1"/>
                        </a:solidFill>
                        <a:latin typeface="Malgun Gothic"/>
                        <a:ea typeface="Malgun Gothic"/>
                        <a:cs typeface="Malgun Gothic"/>
                        <a:sym typeface="Malgun Gothic"/>
                      </a:endParaRPr>
                    </a:p>
                  </a:txBody>
                  <a:tcPr marT="45725" marB="45725" marR="91450" marL="91450" anchor="ctr">
                    <a:lnL cap="flat" cmpd="sng" w="9525">
                      <a:solidFill>
                        <a:srgbClr val="03A9F4"/>
                      </a:solidFill>
                      <a:prstDash val="solid"/>
                      <a:round/>
                      <a:headEnd len="sm" w="sm" type="none"/>
                      <a:tailEnd len="sm" w="sm" type="none"/>
                    </a:lnL>
                    <a:lnR cap="flat" cmpd="sng" w="9525">
                      <a:solidFill>
                        <a:srgbClr val="03A9F4"/>
                      </a:solidFill>
                      <a:prstDash val="solid"/>
                      <a:round/>
                      <a:headEnd len="sm" w="sm" type="none"/>
                      <a:tailEnd len="sm" w="sm" type="none"/>
                    </a:lnR>
                    <a:lnT cap="flat" cmpd="sng" w="9525">
                      <a:solidFill>
                        <a:srgbClr val="03A9F4"/>
                      </a:solidFill>
                      <a:prstDash val="solid"/>
                      <a:round/>
                      <a:headEnd len="sm" w="sm" type="none"/>
                      <a:tailEnd len="sm" w="sm" type="none"/>
                    </a:lnT>
                    <a:lnB cap="flat" cmpd="sng" w="19050">
                      <a:solidFill>
                        <a:srgbClr val="03A9F4"/>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b="1" sz="1100" u="none" cap="none" strike="noStrike">
                        <a:solidFill>
                          <a:schemeClr val="dk1"/>
                        </a:solidFill>
                        <a:latin typeface="Malgun Gothic"/>
                        <a:ea typeface="Malgun Gothic"/>
                        <a:cs typeface="Malgun Gothic"/>
                        <a:sym typeface="Malgun Gothic"/>
                      </a:endParaRPr>
                    </a:p>
                  </a:txBody>
                  <a:tcPr marT="45725" marB="45725" marR="91450" marL="91450" anchor="ctr">
                    <a:lnL cap="flat" cmpd="sng" w="9525">
                      <a:solidFill>
                        <a:srgbClr val="03A9F4"/>
                      </a:solidFill>
                      <a:prstDash val="solid"/>
                      <a:round/>
                      <a:headEnd len="sm" w="sm" type="none"/>
                      <a:tailEnd len="sm" w="sm" type="none"/>
                    </a:lnL>
                    <a:lnR cap="flat" cmpd="sng" w="9525">
                      <a:solidFill>
                        <a:srgbClr val="03A9F4"/>
                      </a:solidFill>
                      <a:prstDash val="solid"/>
                      <a:round/>
                      <a:headEnd len="sm" w="sm" type="none"/>
                      <a:tailEnd len="sm" w="sm" type="none"/>
                    </a:lnR>
                    <a:lnT cap="flat" cmpd="sng" w="9525">
                      <a:solidFill>
                        <a:srgbClr val="03A9F4"/>
                      </a:solidFill>
                      <a:prstDash val="solid"/>
                      <a:round/>
                      <a:headEnd len="sm" w="sm" type="none"/>
                      <a:tailEnd len="sm" w="sm" type="none"/>
                    </a:lnT>
                    <a:lnB cap="flat" cmpd="sng" w="19050">
                      <a:solidFill>
                        <a:srgbClr val="03A9F4"/>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b="1" sz="1100" u="none" cap="none" strike="noStrike">
                        <a:solidFill>
                          <a:schemeClr val="dk1"/>
                        </a:solidFill>
                        <a:latin typeface="Malgun Gothic"/>
                        <a:ea typeface="Malgun Gothic"/>
                        <a:cs typeface="Malgun Gothic"/>
                        <a:sym typeface="Malgun Gothic"/>
                      </a:endParaRPr>
                    </a:p>
                  </a:txBody>
                  <a:tcPr marT="45725" marB="45725" marR="91450" marL="91450" anchor="ctr">
                    <a:lnL cap="flat" cmpd="sng" w="9525">
                      <a:solidFill>
                        <a:srgbClr val="03A9F4"/>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3A9F4"/>
                      </a:solidFill>
                      <a:prstDash val="solid"/>
                      <a:round/>
                      <a:headEnd len="sm" w="sm" type="none"/>
                      <a:tailEnd len="sm" w="sm" type="none"/>
                    </a:lnT>
                    <a:lnB cap="flat" cmpd="sng" w="19050">
                      <a:solidFill>
                        <a:srgbClr val="03A9F4"/>
                      </a:solidFill>
                      <a:prstDash val="solid"/>
                      <a:round/>
                      <a:headEnd len="sm" w="sm" type="none"/>
                      <a:tailEnd len="sm" w="sm" type="none"/>
                    </a:lnB>
                  </a:tcPr>
                </a:tc>
              </a:tr>
            </a:tbl>
          </a:graphicData>
        </a:graphic>
      </p:graphicFrame>
      <p:sp>
        <p:nvSpPr>
          <p:cNvPr id="212" name="Google Shape;212;g3f3b1709a98_0_130"/>
          <p:cNvSpPr/>
          <p:nvPr/>
        </p:nvSpPr>
        <p:spPr>
          <a:xfrm>
            <a:off x="9331071" y="6951139"/>
            <a:ext cx="2601000" cy="1833000"/>
          </a:xfrm>
          <a:prstGeom prst="roundRect">
            <a:avLst>
              <a:gd fmla="val 4677" name="adj"/>
            </a:avLst>
          </a:prstGeom>
          <a:solidFill>
            <a:srgbClr val="E5EBF7"/>
          </a:solidFill>
          <a:ln cap="flat" cmpd="sng" w="19050">
            <a:solidFill>
              <a:srgbClr val="2F5597"/>
            </a:solidFill>
            <a:prstDash val="solid"/>
            <a:miter lim="80"/>
            <a:headEnd len="sm" w="sm" type="none"/>
            <a:tailEnd len="sm" w="sm" type="none"/>
          </a:ln>
        </p:spPr>
        <p:txBody>
          <a:bodyPr anchorCtr="0" anchor="t" bIns="0" lIns="54000" spcFirstLastPara="1" rIns="54000" wrap="square" tIns="252000">
            <a:noAutofit/>
          </a:bodyPr>
          <a:lstStyle/>
          <a:p>
            <a:pPr indent="0" lvl="0" marL="0" marR="0" rtl="0" algn="l">
              <a:lnSpc>
                <a:spcPct val="12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213" name="Google Shape;213;g3f3b1709a98_0_130"/>
          <p:cNvSpPr/>
          <p:nvPr/>
        </p:nvSpPr>
        <p:spPr>
          <a:xfrm>
            <a:off x="260063" y="6755625"/>
            <a:ext cx="1334700" cy="303300"/>
          </a:xfrm>
          <a:prstGeom prst="roundRect">
            <a:avLst>
              <a:gd fmla="val 50000" name="adj"/>
            </a:avLst>
          </a:prstGeom>
          <a:solidFill>
            <a:srgbClr val="2F559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ko-KR" sz="1200" u="none" cap="none" strike="noStrike">
                <a:solidFill>
                  <a:schemeClr val="lt1"/>
                </a:solidFill>
                <a:latin typeface="Calibri"/>
                <a:ea typeface="Calibri"/>
                <a:cs typeface="Calibri"/>
                <a:sym typeface="Calibri"/>
              </a:rPr>
              <a:t>과정 중심 평가</a:t>
            </a:r>
            <a:endParaRPr b="0" i="0" sz="1400" u="none" cap="none" strike="noStrike">
              <a:solidFill>
                <a:srgbClr val="000000"/>
              </a:solidFill>
              <a:latin typeface="Arial"/>
              <a:ea typeface="Arial"/>
              <a:cs typeface="Arial"/>
              <a:sym typeface="Arial"/>
            </a:endParaRPr>
          </a:p>
        </p:txBody>
      </p:sp>
      <p:grpSp>
        <p:nvGrpSpPr>
          <p:cNvPr id="214" name="Google Shape;214;g3f3b1709a98_0_130"/>
          <p:cNvGrpSpPr/>
          <p:nvPr/>
        </p:nvGrpSpPr>
        <p:grpSpPr>
          <a:xfrm>
            <a:off x="9463309" y="6755625"/>
            <a:ext cx="2342269" cy="433172"/>
            <a:chOff x="9163049" y="6446689"/>
            <a:chExt cx="2342269" cy="433172"/>
          </a:xfrm>
        </p:grpSpPr>
        <p:sp>
          <p:nvSpPr>
            <p:cNvPr id="215" name="Google Shape;215;g3f3b1709a98_0_130"/>
            <p:cNvSpPr/>
            <p:nvPr/>
          </p:nvSpPr>
          <p:spPr>
            <a:xfrm>
              <a:off x="9463518" y="6498067"/>
              <a:ext cx="2041800" cy="303300"/>
            </a:xfrm>
            <a:prstGeom prst="roundRect">
              <a:avLst>
                <a:gd fmla="val 50000" name="adj"/>
              </a:avLst>
            </a:prstGeom>
            <a:solidFill>
              <a:srgbClr val="2F5597"/>
            </a:solidFill>
            <a:ln>
              <a:noFill/>
            </a:ln>
          </p:spPr>
          <p:txBody>
            <a:bodyPr anchorCtr="0" anchor="ctr" bIns="0" lIns="14400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ko-KR" sz="1200" u="none" cap="none" strike="noStrike">
                  <a:solidFill>
                    <a:schemeClr val="lt1"/>
                  </a:solidFill>
                  <a:latin typeface="Calibri"/>
                  <a:ea typeface="Calibri"/>
                  <a:cs typeface="Calibri"/>
                  <a:sym typeface="Calibri"/>
                </a:rPr>
                <a:t>AI·디지털 활용 유의사항</a:t>
              </a:r>
              <a:endParaRPr b="0" i="0" sz="1400" u="none" cap="none" strike="noStrike">
                <a:solidFill>
                  <a:srgbClr val="000000"/>
                </a:solidFill>
                <a:latin typeface="Arial"/>
                <a:ea typeface="Arial"/>
                <a:cs typeface="Arial"/>
                <a:sym typeface="Arial"/>
              </a:endParaRPr>
            </a:p>
          </p:txBody>
        </p:sp>
        <p:pic>
          <p:nvPicPr>
            <p:cNvPr id="216" name="Google Shape;216;g3f3b1709a98_0_130"/>
            <p:cNvPicPr preferRelativeResize="0"/>
            <p:nvPr/>
          </p:nvPicPr>
          <p:blipFill rotWithShape="1">
            <a:blip r:embed="rId5">
              <a:alphaModFix/>
            </a:blip>
            <a:srcRect b="0" l="0" r="0" t="0"/>
            <a:stretch/>
          </p:blipFill>
          <p:spPr>
            <a:xfrm flipH="1">
              <a:off x="9163049" y="6446689"/>
              <a:ext cx="433174" cy="433172"/>
            </a:xfrm>
            <a:prstGeom prst="rect">
              <a:avLst/>
            </a:prstGeom>
            <a:noFill/>
            <a:ln>
              <a:noFill/>
            </a:ln>
          </p:spPr>
        </p:pic>
      </p:grpSp>
      <p:grpSp>
        <p:nvGrpSpPr>
          <p:cNvPr id="217" name="Google Shape;217;g3f3b1709a98_0_130"/>
          <p:cNvGrpSpPr/>
          <p:nvPr/>
        </p:nvGrpSpPr>
        <p:grpSpPr>
          <a:xfrm>
            <a:off x="266600" y="3658959"/>
            <a:ext cx="467185" cy="480012"/>
            <a:chOff x="266600" y="3658959"/>
            <a:chExt cx="467185" cy="480012"/>
          </a:xfrm>
        </p:grpSpPr>
        <p:sp>
          <p:nvSpPr>
            <p:cNvPr id="218" name="Google Shape;218;g3f3b1709a98_0_130"/>
            <p:cNvSpPr txBox="1"/>
            <p:nvPr/>
          </p:nvSpPr>
          <p:spPr>
            <a:xfrm>
              <a:off x="358108" y="3954171"/>
              <a:ext cx="307800" cy="1848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200"/>
                <a:buFont typeface="Arial"/>
                <a:buNone/>
              </a:pPr>
              <a:r>
                <a:rPr b="1" i="0" lang="ko-KR" sz="1200" u="none" cap="none" strike="noStrike">
                  <a:solidFill>
                    <a:schemeClr val="dk1"/>
                  </a:solidFill>
                  <a:latin typeface="Calibri"/>
                  <a:ea typeface="Calibri"/>
                  <a:cs typeface="Calibri"/>
                  <a:sym typeface="Calibri"/>
                </a:rPr>
                <a:t>전체</a:t>
              </a:r>
              <a:endParaRPr b="0" i="0" sz="1400" u="none" cap="none" strike="noStrike">
                <a:solidFill>
                  <a:srgbClr val="000000"/>
                </a:solidFill>
                <a:latin typeface="Arial"/>
                <a:ea typeface="Arial"/>
                <a:cs typeface="Arial"/>
                <a:sym typeface="Arial"/>
              </a:endParaRPr>
            </a:p>
          </p:txBody>
        </p:sp>
        <p:pic>
          <p:nvPicPr>
            <p:cNvPr id="219" name="Google Shape;219;g3f3b1709a98_0_130"/>
            <p:cNvPicPr preferRelativeResize="0"/>
            <p:nvPr/>
          </p:nvPicPr>
          <p:blipFill rotWithShape="1">
            <a:blip r:embed="rId6">
              <a:alphaModFix/>
            </a:blip>
            <a:srcRect b="44561" l="0" r="0" t="0"/>
            <a:stretch/>
          </p:blipFill>
          <p:spPr>
            <a:xfrm>
              <a:off x="266600" y="3658959"/>
              <a:ext cx="467185" cy="258992"/>
            </a:xfrm>
            <a:prstGeom prst="rect">
              <a:avLst/>
            </a:prstGeom>
            <a:noFill/>
            <a:ln>
              <a:noFill/>
            </a:ln>
          </p:spPr>
        </p:pic>
      </p:grpSp>
      <p:graphicFrame>
        <p:nvGraphicFramePr>
          <p:cNvPr id="220" name="Google Shape;220;g3f3b1709a98_0_130"/>
          <p:cNvGraphicFramePr/>
          <p:nvPr/>
        </p:nvGraphicFramePr>
        <p:xfrm>
          <a:off x="260063" y="1008799"/>
          <a:ext cx="3000000" cy="3000000"/>
        </p:xfrm>
        <a:graphic>
          <a:graphicData uri="http://schemas.openxmlformats.org/drawingml/2006/table">
            <a:tbl>
              <a:tblPr bandRow="1" firstRow="1">
                <a:noFill/>
                <a:tableStyleId>{04B63DE1-978C-42A9-A24A-B7FF7C6908ED}</a:tableStyleId>
              </a:tblPr>
              <a:tblGrid>
                <a:gridCol w="843625"/>
                <a:gridCol w="1070800"/>
                <a:gridCol w="769425"/>
                <a:gridCol w="1884575"/>
                <a:gridCol w="624475"/>
                <a:gridCol w="915175"/>
                <a:gridCol w="1001475"/>
                <a:gridCol w="2343100"/>
                <a:gridCol w="936700"/>
                <a:gridCol w="1304825"/>
              </a:tblGrid>
              <a:tr h="314050">
                <a:tc>
                  <a:txBody>
                    <a:bodyPr/>
                    <a:lstStyle/>
                    <a:p>
                      <a:pPr indent="0" lvl="0" marL="0" marR="0" rtl="0" algn="ctr">
                        <a:lnSpc>
                          <a:spcPct val="100000"/>
                        </a:lnSpc>
                        <a:spcBef>
                          <a:spcPts val="0"/>
                        </a:spcBef>
                        <a:spcAft>
                          <a:spcPts val="0"/>
                        </a:spcAft>
                        <a:buClr>
                          <a:srgbClr val="000000"/>
                        </a:buClr>
                        <a:buSzPts val="1100"/>
                        <a:buFont typeface="Arial"/>
                        <a:buNone/>
                      </a:pPr>
                      <a:r>
                        <a:rPr b="1" lang="ko-KR" sz="1100" u="none" cap="none" strike="noStrike">
                          <a:solidFill>
                            <a:schemeClr val="lt1"/>
                          </a:solidFill>
                          <a:latin typeface="Malgun Gothic"/>
                          <a:ea typeface="Malgun Gothic"/>
                          <a:cs typeface="Malgun Gothic"/>
                          <a:sym typeface="Malgun Gothic"/>
                        </a:rPr>
                        <a:t>학년-학기</a:t>
                      </a:r>
                      <a:endParaRPr sz="1400" u="none" cap="none" strike="noStrike"/>
                    </a:p>
                  </a:txBody>
                  <a:tcPr marT="45725" marB="45725" marR="0" marL="0" anchor="ctr">
                    <a:lnL cap="flat" cmpd="sng" w="9525">
                      <a:solidFill>
                        <a:srgbClr val="000000">
                          <a:alpha val="0"/>
                        </a:srgbClr>
                      </a:solidFill>
                      <a:prstDash val="solid"/>
                      <a:round/>
                      <a:headEnd len="sm" w="sm" type="none"/>
                      <a:tailEnd len="sm" w="sm" type="none"/>
                    </a:lnL>
                    <a:lnR cap="flat" cmpd="sng" w="9525">
                      <a:solidFill>
                        <a:srgbClr val="03A9F4"/>
                      </a:solidFill>
                      <a:prstDash val="solid"/>
                      <a:round/>
                      <a:headEnd len="sm" w="sm" type="none"/>
                      <a:tailEnd len="sm" w="sm" type="none"/>
                    </a:lnR>
                    <a:lnT cap="flat" cmpd="sng" w="19050">
                      <a:solidFill>
                        <a:srgbClr val="03A9F4"/>
                      </a:solidFill>
                      <a:prstDash val="solid"/>
                      <a:round/>
                      <a:headEnd len="sm" w="sm" type="none"/>
                      <a:tailEnd len="sm" w="sm" type="none"/>
                    </a:lnT>
                    <a:lnB cap="flat" cmpd="sng" w="9525">
                      <a:solidFill>
                        <a:schemeClr val="lt1"/>
                      </a:solidFill>
                      <a:prstDash val="solid"/>
                      <a:round/>
                      <a:headEnd len="sm" w="sm" type="none"/>
                      <a:tailEnd len="sm" w="sm" type="none"/>
                    </a:lnB>
                    <a:solidFill>
                      <a:srgbClr val="03A9F4"/>
                    </a:solidFill>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b="1" sz="1100" u="none" cap="none" strike="noStrike">
                        <a:solidFill>
                          <a:schemeClr val="dk1"/>
                        </a:solidFill>
                        <a:latin typeface="Malgun Gothic"/>
                        <a:ea typeface="Malgun Gothic"/>
                        <a:cs typeface="Malgun Gothic"/>
                        <a:sym typeface="Malgun Gothic"/>
                      </a:endParaRPr>
                    </a:p>
                  </a:txBody>
                  <a:tcPr marT="45725" marB="45725" marR="90000" marL="90000" anchor="ctr">
                    <a:lnL cap="flat" cmpd="sng" w="9525">
                      <a:solidFill>
                        <a:srgbClr val="03A9F4"/>
                      </a:solidFill>
                      <a:prstDash val="solid"/>
                      <a:round/>
                      <a:headEnd len="sm" w="sm" type="none"/>
                      <a:tailEnd len="sm" w="sm" type="none"/>
                    </a:lnL>
                    <a:lnR cap="flat" cmpd="sng" w="9525">
                      <a:solidFill>
                        <a:srgbClr val="03A9F4"/>
                      </a:solidFill>
                      <a:prstDash val="solid"/>
                      <a:round/>
                      <a:headEnd len="sm" w="sm" type="none"/>
                      <a:tailEnd len="sm" w="sm" type="none"/>
                    </a:lnR>
                    <a:lnT cap="flat" cmpd="sng" w="19050">
                      <a:solidFill>
                        <a:srgbClr val="03A9F4"/>
                      </a:solidFill>
                      <a:prstDash val="solid"/>
                      <a:round/>
                      <a:headEnd len="sm" w="sm" type="none"/>
                      <a:tailEnd len="sm" w="sm" type="none"/>
                    </a:lnT>
                    <a:lnB cap="flat" cmpd="sng" w="9525">
                      <a:solidFill>
                        <a:srgbClr val="03A9F4"/>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1" lang="ko-KR" sz="1100" u="none" cap="none" strike="noStrike">
                          <a:solidFill>
                            <a:schemeClr val="lt1"/>
                          </a:solidFill>
                          <a:latin typeface="Malgun Gothic"/>
                          <a:ea typeface="Malgun Gothic"/>
                          <a:cs typeface="Malgun Gothic"/>
                          <a:sym typeface="Malgun Gothic"/>
                        </a:rPr>
                        <a:t>단원</a:t>
                      </a:r>
                      <a:endParaRPr sz="1400" u="none" cap="none" strike="noStrike"/>
                    </a:p>
                  </a:txBody>
                  <a:tcPr marT="45725" marB="45725" marR="0" marL="0" anchor="ctr">
                    <a:lnL cap="flat" cmpd="sng" w="9525">
                      <a:solidFill>
                        <a:srgbClr val="03A9F4"/>
                      </a:solidFill>
                      <a:prstDash val="solid"/>
                      <a:round/>
                      <a:headEnd len="sm" w="sm" type="none"/>
                      <a:tailEnd len="sm" w="sm" type="none"/>
                    </a:lnL>
                    <a:lnR cap="flat" cmpd="sng" w="9525">
                      <a:solidFill>
                        <a:srgbClr val="03A9F4"/>
                      </a:solidFill>
                      <a:prstDash val="solid"/>
                      <a:round/>
                      <a:headEnd len="sm" w="sm" type="none"/>
                      <a:tailEnd len="sm" w="sm" type="none"/>
                    </a:lnR>
                    <a:lnT cap="flat" cmpd="sng" w="19050">
                      <a:solidFill>
                        <a:srgbClr val="03A9F4"/>
                      </a:solidFill>
                      <a:prstDash val="solid"/>
                      <a:round/>
                      <a:headEnd len="sm" w="sm" type="none"/>
                      <a:tailEnd len="sm" w="sm" type="none"/>
                    </a:lnT>
                    <a:lnB cap="flat" cmpd="sng" w="9525">
                      <a:solidFill>
                        <a:srgbClr val="03A9F4"/>
                      </a:solidFill>
                      <a:prstDash val="solid"/>
                      <a:round/>
                      <a:headEnd len="sm" w="sm" type="none"/>
                      <a:tailEnd len="sm" w="sm" type="none"/>
                    </a:lnB>
                    <a:solidFill>
                      <a:srgbClr val="03A9F4"/>
                    </a:solidFill>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b="1" sz="1100" u="none" cap="none" strike="noStrike">
                        <a:solidFill>
                          <a:schemeClr val="dk1"/>
                        </a:solidFill>
                        <a:latin typeface="Malgun Gothic"/>
                        <a:ea typeface="Malgun Gothic"/>
                        <a:cs typeface="Malgun Gothic"/>
                        <a:sym typeface="Malgun Gothic"/>
                      </a:endParaRPr>
                    </a:p>
                  </a:txBody>
                  <a:tcPr marT="45725" marB="45725" marR="90000" marL="90000" anchor="ctr">
                    <a:lnL cap="flat" cmpd="sng" w="9525">
                      <a:solidFill>
                        <a:srgbClr val="03A9F4"/>
                      </a:solidFill>
                      <a:prstDash val="solid"/>
                      <a:round/>
                      <a:headEnd len="sm" w="sm" type="none"/>
                      <a:tailEnd len="sm" w="sm" type="none"/>
                    </a:lnL>
                    <a:lnR cap="flat" cmpd="sng" w="9525">
                      <a:solidFill>
                        <a:srgbClr val="03A9F4"/>
                      </a:solidFill>
                      <a:prstDash val="solid"/>
                      <a:round/>
                      <a:headEnd len="sm" w="sm" type="none"/>
                      <a:tailEnd len="sm" w="sm" type="none"/>
                    </a:lnR>
                    <a:lnT cap="flat" cmpd="sng" w="19050">
                      <a:solidFill>
                        <a:srgbClr val="03A9F4"/>
                      </a:solidFill>
                      <a:prstDash val="solid"/>
                      <a:round/>
                      <a:headEnd len="sm" w="sm" type="none"/>
                      <a:tailEnd len="sm" w="sm" type="none"/>
                    </a:lnT>
                    <a:lnB cap="flat" cmpd="sng" w="9525">
                      <a:solidFill>
                        <a:srgbClr val="03A9F4"/>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1" lang="ko-KR" sz="1100" u="none" cap="none" strike="noStrike">
                          <a:solidFill>
                            <a:schemeClr val="lt1"/>
                          </a:solidFill>
                          <a:latin typeface="Malgun Gothic"/>
                          <a:ea typeface="Malgun Gothic"/>
                          <a:cs typeface="Malgun Gothic"/>
                          <a:sym typeface="Malgun Gothic"/>
                        </a:rPr>
                        <a:t>차시</a:t>
                      </a:r>
                      <a:endParaRPr sz="1400" u="none" cap="none" strike="noStrike"/>
                    </a:p>
                  </a:txBody>
                  <a:tcPr marT="45725" marB="45725" marR="0" marL="0" anchor="ctr">
                    <a:lnL cap="flat" cmpd="sng" w="9525">
                      <a:solidFill>
                        <a:srgbClr val="03A9F4"/>
                      </a:solidFill>
                      <a:prstDash val="solid"/>
                      <a:round/>
                      <a:headEnd len="sm" w="sm" type="none"/>
                      <a:tailEnd len="sm" w="sm" type="none"/>
                    </a:lnL>
                    <a:lnR cap="flat" cmpd="sng" w="9525">
                      <a:solidFill>
                        <a:srgbClr val="03A9F4"/>
                      </a:solidFill>
                      <a:prstDash val="solid"/>
                      <a:round/>
                      <a:headEnd len="sm" w="sm" type="none"/>
                      <a:tailEnd len="sm" w="sm" type="none"/>
                    </a:lnR>
                    <a:lnT cap="flat" cmpd="sng" w="19050">
                      <a:solidFill>
                        <a:srgbClr val="03A9F4"/>
                      </a:solidFill>
                      <a:prstDash val="solid"/>
                      <a:round/>
                      <a:headEnd len="sm" w="sm" type="none"/>
                      <a:tailEnd len="sm" w="sm" type="none"/>
                    </a:lnT>
                    <a:lnB cap="flat" cmpd="sng" w="9525">
                      <a:solidFill>
                        <a:srgbClr val="03A9F4"/>
                      </a:solidFill>
                      <a:prstDash val="solid"/>
                      <a:round/>
                      <a:headEnd len="sm" w="sm" type="none"/>
                      <a:tailEnd len="sm" w="sm" type="none"/>
                    </a:lnB>
                    <a:solidFill>
                      <a:srgbClr val="03A9F4"/>
                    </a:solidFill>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b="1" sz="1100" u="none" cap="none" strike="noStrike">
                        <a:solidFill>
                          <a:schemeClr val="dk1"/>
                        </a:solidFill>
                        <a:latin typeface="Malgun Gothic"/>
                        <a:ea typeface="Malgun Gothic"/>
                        <a:cs typeface="Malgun Gothic"/>
                        <a:sym typeface="Malgun Gothic"/>
                      </a:endParaRPr>
                    </a:p>
                  </a:txBody>
                  <a:tcPr marT="45725" marB="45725" marR="90000" marL="90000" anchor="ctr">
                    <a:lnL cap="flat" cmpd="sng" w="9525">
                      <a:solidFill>
                        <a:srgbClr val="03A9F4"/>
                      </a:solidFill>
                      <a:prstDash val="solid"/>
                      <a:round/>
                      <a:headEnd len="sm" w="sm" type="none"/>
                      <a:tailEnd len="sm" w="sm" type="none"/>
                    </a:lnL>
                    <a:lnR cap="flat" cmpd="sng" w="9525">
                      <a:solidFill>
                        <a:srgbClr val="03A9F4"/>
                      </a:solidFill>
                      <a:prstDash val="solid"/>
                      <a:round/>
                      <a:headEnd len="sm" w="sm" type="none"/>
                      <a:tailEnd len="sm" w="sm" type="none"/>
                    </a:lnR>
                    <a:lnT cap="flat" cmpd="sng" w="19050">
                      <a:solidFill>
                        <a:srgbClr val="03A9F4"/>
                      </a:solidFill>
                      <a:prstDash val="solid"/>
                      <a:round/>
                      <a:headEnd len="sm" w="sm" type="none"/>
                      <a:tailEnd len="sm" w="sm" type="none"/>
                    </a:lnT>
                    <a:lnB cap="flat" cmpd="sng" w="9525">
                      <a:solidFill>
                        <a:srgbClr val="03A9F4"/>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1" lang="ko-KR" sz="1100" u="none" cap="none" strike="noStrike">
                          <a:solidFill>
                            <a:schemeClr val="lt1"/>
                          </a:solidFill>
                          <a:latin typeface="Malgun Gothic"/>
                          <a:ea typeface="Malgun Gothic"/>
                          <a:cs typeface="Malgun Gothic"/>
                          <a:sym typeface="Malgun Gothic"/>
                        </a:rPr>
                        <a:t>대상</a:t>
                      </a:r>
                      <a:endParaRPr sz="1400" u="none" cap="none" strike="noStrike"/>
                    </a:p>
                  </a:txBody>
                  <a:tcPr marT="45725" marB="45725" marR="0" marL="0" anchor="ctr">
                    <a:lnL cap="flat" cmpd="sng" w="9525">
                      <a:solidFill>
                        <a:srgbClr val="03A9F4"/>
                      </a:solidFill>
                      <a:prstDash val="solid"/>
                      <a:round/>
                      <a:headEnd len="sm" w="sm" type="none"/>
                      <a:tailEnd len="sm" w="sm" type="none"/>
                    </a:lnL>
                    <a:lnR cap="flat" cmpd="sng" w="9525">
                      <a:solidFill>
                        <a:srgbClr val="03A9F4"/>
                      </a:solidFill>
                      <a:prstDash val="solid"/>
                      <a:round/>
                      <a:headEnd len="sm" w="sm" type="none"/>
                      <a:tailEnd len="sm" w="sm" type="none"/>
                    </a:lnR>
                    <a:lnT cap="flat" cmpd="sng" w="19050">
                      <a:solidFill>
                        <a:srgbClr val="03A9F4"/>
                      </a:solidFill>
                      <a:prstDash val="solid"/>
                      <a:round/>
                      <a:headEnd len="sm" w="sm" type="none"/>
                      <a:tailEnd len="sm" w="sm" type="none"/>
                    </a:lnT>
                    <a:lnB cap="flat" cmpd="sng" w="9525">
                      <a:solidFill>
                        <a:schemeClr val="lt1"/>
                      </a:solidFill>
                      <a:prstDash val="solid"/>
                      <a:round/>
                      <a:headEnd len="sm" w="sm" type="none"/>
                      <a:tailEnd len="sm" w="sm" type="none"/>
                    </a:lnB>
                    <a:solidFill>
                      <a:srgbClr val="03A9F4"/>
                    </a:solidFill>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b="1" sz="1100" u="none" cap="none" strike="noStrike">
                        <a:solidFill>
                          <a:schemeClr val="dk1"/>
                        </a:solidFill>
                        <a:latin typeface="Malgun Gothic"/>
                        <a:ea typeface="Malgun Gothic"/>
                        <a:cs typeface="Malgun Gothic"/>
                        <a:sym typeface="Malgun Gothic"/>
                      </a:endParaRPr>
                    </a:p>
                  </a:txBody>
                  <a:tcPr marT="45725" marB="45725" marR="90000" marL="90000" anchor="ctr">
                    <a:lnL cap="flat" cmpd="sng" w="9525">
                      <a:solidFill>
                        <a:srgbClr val="03A9F4"/>
                      </a:solidFill>
                      <a:prstDash val="solid"/>
                      <a:round/>
                      <a:headEnd len="sm" w="sm" type="none"/>
                      <a:tailEnd len="sm" w="sm" type="none"/>
                    </a:lnL>
                    <a:lnR cap="flat" cmpd="sng" w="9525">
                      <a:solidFill>
                        <a:srgbClr val="03A9F4"/>
                      </a:solidFill>
                      <a:prstDash val="solid"/>
                      <a:round/>
                      <a:headEnd len="sm" w="sm" type="none"/>
                      <a:tailEnd len="sm" w="sm" type="none"/>
                    </a:lnR>
                    <a:lnT cap="flat" cmpd="sng" w="19050">
                      <a:solidFill>
                        <a:srgbClr val="03A9F4"/>
                      </a:solidFill>
                      <a:prstDash val="solid"/>
                      <a:round/>
                      <a:headEnd len="sm" w="sm" type="none"/>
                      <a:tailEnd len="sm" w="sm" type="none"/>
                    </a:lnT>
                    <a:lnB cap="flat" cmpd="sng" w="9525">
                      <a:solidFill>
                        <a:srgbClr val="03A9F4"/>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1" lang="ko-KR" sz="1100" u="none" cap="none" strike="noStrike">
                          <a:solidFill>
                            <a:schemeClr val="lt1"/>
                          </a:solidFill>
                          <a:latin typeface="Malgun Gothic"/>
                          <a:ea typeface="Malgun Gothic"/>
                          <a:cs typeface="Malgun Gothic"/>
                          <a:sym typeface="Malgun Gothic"/>
                        </a:rPr>
                        <a:t>지도교사</a:t>
                      </a:r>
                      <a:endParaRPr sz="1400" u="none" cap="none" strike="noStrike"/>
                    </a:p>
                  </a:txBody>
                  <a:tcPr marT="45725" marB="45725" marR="0" marL="0" anchor="ctr">
                    <a:lnL cap="flat" cmpd="sng" w="9525">
                      <a:solidFill>
                        <a:srgbClr val="03A9F4"/>
                      </a:solidFill>
                      <a:prstDash val="solid"/>
                      <a:round/>
                      <a:headEnd len="sm" w="sm" type="none"/>
                      <a:tailEnd len="sm" w="sm" type="none"/>
                    </a:lnL>
                    <a:lnR cap="flat" cmpd="sng" w="9525">
                      <a:solidFill>
                        <a:srgbClr val="03A9F4"/>
                      </a:solidFill>
                      <a:prstDash val="solid"/>
                      <a:round/>
                      <a:headEnd len="sm" w="sm" type="none"/>
                      <a:tailEnd len="sm" w="sm" type="none"/>
                    </a:lnR>
                    <a:lnT cap="flat" cmpd="sng" w="19050">
                      <a:solidFill>
                        <a:srgbClr val="03A9F4"/>
                      </a:solidFill>
                      <a:prstDash val="solid"/>
                      <a:round/>
                      <a:headEnd len="sm" w="sm" type="none"/>
                      <a:tailEnd len="sm" w="sm" type="none"/>
                    </a:lnT>
                    <a:lnB cap="flat" cmpd="sng" w="9525">
                      <a:solidFill>
                        <a:srgbClr val="03A9F4"/>
                      </a:solidFill>
                      <a:prstDash val="solid"/>
                      <a:round/>
                      <a:headEnd len="sm" w="sm" type="none"/>
                      <a:tailEnd len="sm" w="sm" type="none"/>
                    </a:lnB>
                    <a:solidFill>
                      <a:srgbClr val="03A9F4"/>
                    </a:solidFill>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b="1" sz="1100" u="none" cap="none" strike="noStrike">
                        <a:latin typeface="Malgun Gothic"/>
                        <a:ea typeface="Malgun Gothic"/>
                        <a:cs typeface="Malgun Gothic"/>
                        <a:sym typeface="Malgun Gothic"/>
                      </a:endParaRPr>
                    </a:p>
                  </a:txBody>
                  <a:tcPr marT="45725" marB="45725" marR="90000" marL="90000" anchor="ctr">
                    <a:lnL cap="flat" cmpd="sng" w="9525">
                      <a:solidFill>
                        <a:srgbClr val="03A9F4"/>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9050">
                      <a:solidFill>
                        <a:srgbClr val="03A9F4"/>
                      </a:solidFill>
                      <a:prstDash val="solid"/>
                      <a:round/>
                      <a:headEnd len="sm" w="sm" type="none"/>
                      <a:tailEnd len="sm" w="sm" type="none"/>
                    </a:lnT>
                    <a:lnB cap="flat" cmpd="sng" w="9525">
                      <a:solidFill>
                        <a:srgbClr val="03A9F4"/>
                      </a:solidFill>
                      <a:prstDash val="solid"/>
                      <a:round/>
                      <a:headEnd len="sm" w="sm" type="none"/>
                      <a:tailEnd len="sm" w="sm" type="none"/>
                    </a:lnB>
                    <a:solidFill>
                      <a:schemeClr val="lt1"/>
                    </a:solidFill>
                  </a:tcPr>
                </a:tc>
              </a:tr>
              <a:tr h="314050">
                <a:tc>
                  <a:txBody>
                    <a:bodyPr/>
                    <a:lstStyle/>
                    <a:p>
                      <a:pPr indent="0" lvl="0" marL="0" marR="0" rtl="0" algn="ctr">
                        <a:lnSpc>
                          <a:spcPct val="100000"/>
                        </a:lnSpc>
                        <a:spcBef>
                          <a:spcPts val="0"/>
                        </a:spcBef>
                        <a:spcAft>
                          <a:spcPts val="0"/>
                        </a:spcAft>
                        <a:buClr>
                          <a:srgbClr val="000000"/>
                        </a:buClr>
                        <a:buSzPts val="1100"/>
                        <a:buFont typeface="Arial"/>
                        <a:buNone/>
                      </a:pPr>
                      <a:r>
                        <a:rPr b="1" lang="ko-KR" sz="1100" u="none" cap="none" strike="noStrike">
                          <a:solidFill>
                            <a:schemeClr val="lt1"/>
                          </a:solidFill>
                          <a:latin typeface="Malgun Gothic"/>
                          <a:ea typeface="Malgun Gothic"/>
                          <a:cs typeface="Malgun Gothic"/>
                          <a:sym typeface="Malgun Gothic"/>
                        </a:rPr>
                        <a:t>수업 주제</a:t>
                      </a:r>
                      <a:endParaRPr sz="1400" u="none" cap="none" strike="noStrike"/>
                    </a:p>
                  </a:txBody>
                  <a:tcPr marT="45725" marB="45725" marR="0" marL="0" anchor="ctr">
                    <a:lnL cap="flat" cmpd="sng" w="9525">
                      <a:solidFill>
                        <a:srgbClr val="000000">
                          <a:alpha val="0"/>
                        </a:srgbClr>
                      </a:solidFill>
                      <a:prstDash val="solid"/>
                      <a:round/>
                      <a:headEnd len="sm" w="sm" type="none"/>
                      <a:tailEnd len="sm" w="sm" type="none"/>
                    </a:lnL>
                    <a:lnR cap="flat" cmpd="sng" w="9525">
                      <a:solidFill>
                        <a:srgbClr val="03A9F4"/>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03A9F4"/>
                    </a:solidFill>
                  </a:tcPr>
                </a:tc>
                <a:tc gridSpan="5">
                  <a:txBody>
                    <a:bodyPr/>
                    <a:lstStyle/>
                    <a:p>
                      <a:pPr indent="0" lvl="0" marL="0" marR="0" rtl="0" algn="l">
                        <a:lnSpc>
                          <a:spcPct val="100000"/>
                        </a:lnSpc>
                        <a:spcBef>
                          <a:spcPts val="0"/>
                        </a:spcBef>
                        <a:spcAft>
                          <a:spcPts val="0"/>
                        </a:spcAft>
                        <a:buClr>
                          <a:schemeClr val="dk1"/>
                        </a:buClr>
                        <a:buSzPts val="1100"/>
                        <a:buFont typeface="Calibri"/>
                        <a:buNone/>
                      </a:pPr>
                      <a:r>
                        <a:t/>
                      </a:r>
                      <a:endParaRPr b="1" sz="1100" u="none" cap="none" strike="noStrike">
                        <a:solidFill>
                          <a:schemeClr val="dk1"/>
                        </a:solidFill>
                        <a:latin typeface="Malgun Gothic"/>
                        <a:ea typeface="Malgun Gothic"/>
                        <a:cs typeface="Malgun Gothic"/>
                        <a:sym typeface="Malgun Gothic"/>
                      </a:endParaRPr>
                    </a:p>
                  </a:txBody>
                  <a:tcPr marT="45725" marB="45725" marR="90000" marL="90000" anchor="ctr">
                    <a:lnL cap="flat" cmpd="sng" w="9525">
                      <a:solidFill>
                        <a:srgbClr val="03A9F4"/>
                      </a:solidFill>
                      <a:prstDash val="solid"/>
                      <a:round/>
                      <a:headEnd len="sm" w="sm" type="none"/>
                      <a:tailEnd len="sm" w="sm" type="none"/>
                    </a:lnL>
                    <a:lnR cap="flat" cmpd="sng" w="9525">
                      <a:solidFill>
                        <a:srgbClr val="03A9F4"/>
                      </a:solidFill>
                      <a:prstDash val="solid"/>
                      <a:round/>
                      <a:headEnd len="sm" w="sm" type="none"/>
                      <a:tailEnd len="sm" w="sm" type="none"/>
                    </a:lnR>
                    <a:lnT cap="flat" cmpd="sng" w="9525">
                      <a:solidFill>
                        <a:srgbClr val="03A9F4"/>
                      </a:solidFill>
                      <a:prstDash val="solid"/>
                      <a:round/>
                      <a:headEnd len="sm" w="sm" type="none"/>
                      <a:tailEnd len="sm" w="sm" type="none"/>
                    </a:lnT>
                    <a:lnB cap="flat" cmpd="sng" w="9525">
                      <a:solidFill>
                        <a:srgbClr val="03A9F4"/>
                      </a:solidFill>
                      <a:prstDash val="solid"/>
                      <a:round/>
                      <a:headEnd len="sm" w="sm" type="none"/>
                      <a:tailEnd len="sm" w="sm" type="none"/>
                    </a:lnB>
                    <a:solidFill>
                      <a:schemeClr val="lt1"/>
                    </a:solidFill>
                  </a:tcPr>
                </a:tc>
                <a:tc hMerge="1"/>
                <a:tc hMerge="1"/>
                <a:tc hMerge="1"/>
                <a:tc hMerge="1"/>
                <a:tc>
                  <a:txBody>
                    <a:bodyPr/>
                    <a:lstStyle/>
                    <a:p>
                      <a:pPr indent="0" lvl="0" marL="0" marR="0" rtl="0" algn="ctr">
                        <a:lnSpc>
                          <a:spcPct val="100000"/>
                        </a:lnSpc>
                        <a:spcBef>
                          <a:spcPts val="0"/>
                        </a:spcBef>
                        <a:spcAft>
                          <a:spcPts val="0"/>
                        </a:spcAft>
                        <a:buClr>
                          <a:srgbClr val="000000"/>
                        </a:buClr>
                        <a:buSzPts val="1100"/>
                        <a:buFont typeface="Arial"/>
                        <a:buNone/>
                      </a:pPr>
                      <a:r>
                        <a:rPr b="1" lang="ko-KR" sz="1100" u="none" cap="none" strike="noStrike">
                          <a:solidFill>
                            <a:schemeClr val="lt1"/>
                          </a:solidFill>
                          <a:latin typeface="Malgun Gothic"/>
                          <a:ea typeface="Malgun Gothic"/>
                          <a:cs typeface="Malgun Gothic"/>
                          <a:sym typeface="Malgun Gothic"/>
                        </a:rPr>
                        <a:t>성취기준</a:t>
                      </a:r>
                      <a:endParaRPr sz="1400" u="none" cap="none" strike="noStrike"/>
                    </a:p>
                  </a:txBody>
                  <a:tcPr marT="45725" marB="45725" marR="0" marL="0" anchor="ctr">
                    <a:lnL cap="flat" cmpd="sng" w="9525">
                      <a:solidFill>
                        <a:srgbClr val="03A9F4"/>
                      </a:solidFill>
                      <a:prstDash val="solid"/>
                      <a:round/>
                      <a:headEnd len="sm" w="sm" type="none"/>
                      <a:tailEnd len="sm" w="sm" type="none"/>
                    </a:lnL>
                    <a:lnR cap="flat" cmpd="sng" w="9525">
                      <a:solidFill>
                        <a:srgbClr val="03A9F4"/>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03A9F4"/>
                    </a:solidFill>
                  </a:tcPr>
                </a:tc>
                <a:tc gridSpan="3">
                  <a:txBody>
                    <a:bodyPr/>
                    <a:lstStyle/>
                    <a:p>
                      <a:pPr indent="0" lvl="0" marL="0" marR="0" rtl="0" algn="l">
                        <a:lnSpc>
                          <a:spcPct val="100000"/>
                        </a:lnSpc>
                        <a:spcBef>
                          <a:spcPts val="0"/>
                        </a:spcBef>
                        <a:spcAft>
                          <a:spcPts val="0"/>
                        </a:spcAft>
                        <a:buClr>
                          <a:schemeClr val="dk1"/>
                        </a:buClr>
                        <a:buSzPts val="1100"/>
                        <a:buFont typeface="Calibri"/>
                        <a:buNone/>
                      </a:pPr>
                      <a:r>
                        <a:t/>
                      </a:r>
                      <a:endParaRPr b="1" sz="1100" u="none" cap="none" strike="noStrike">
                        <a:solidFill>
                          <a:schemeClr val="dk1"/>
                        </a:solidFill>
                        <a:latin typeface="Malgun Gothic"/>
                        <a:ea typeface="Malgun Gothic"/>
                        <a:cs typeface="Malgun Gothic"/>
                        <a:sym typeface="Malgun Gothic"/>
                      </a:endParaRPr>
                    </a:p>
                  </a:txBody>
                  <a:tcPr marT="45725" marB="45725" marR="90000" marL="90000" anchor="ctr">
                    <a:lnL cap="flat" cmpd="sng" w="9525">
                      <a:solidFill>
                        <a:srgbClr val="03A9F4"/>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3A9F4"/>
                      </a:solidFill>
                      <a:prstDash val="solid"/>
                      <a:round/>
                      <a:headEnd len="sm" w="sm" type="none"/>
                      <a:tailEnd len="sm" w="sm" type="none"/>
                    </a:lnT>
                    <a:lnB cap="flat" cmpd="sng" w="9525">
                      <a:solidFill>
                        <a:srgbClr val="03A9F4"/>
                      </a:solidFill>
                      <a:prstDash val="solid"/>
                      <a:round/>
                      <a:headEnd len="sm" w="sm" type="none"/>
                      <a:tailEnd len="sm" w="sm" type="none"/>
                    </a:lnB>
                    <a:solidFill>
                      <a:schemeClr val="lt1"/>
                    </a:solidFill>
                  </a:tcPr>
                </a:tc>
                <a:tc hMerge="1"/>
                <a:tc hMerge="1"/>
              </a:tr>
              <a:tr h="314050">
                <a:tc>
                  <a:txBody>
                    <a:bodyPr/>
                    <a:lstStyle/>
                    <a:p>
                      <a:pPr indent="0" lvl="0" marL="0" marR="0" rtl="0" algn="ctr">
                        <a:lnSpc>
                          <a:spcPct val="100000"/>
                        </a:lnSpc>
                        <a:spcBef>
                          <a:spcPts val="0"/>
                        </a:spcBef>
                        <a:spcAft>
                          <a:spcPts val="0"/>
                        </a:spcAft>
                        <a:buClr>
                          <a:schemeClr val="lt1"/>
                        </a:buClr>
                        <a:buSzPts val="1100"/>
                        <a:buFont typeface="Malgun Gothic"/>
                        <a:buNone/>
                      </a:pPr>
                      <a:r>
                        <a:rPr b="1" lang="ko-KR" sz="1100" u="none" cap="none" strike="noStrike">
                          <a:solidFill>
                            <a:schemeClr val="lt1"/>
                          </a:solidFill>
                          <a:latin typeface="Malgun Gothic"/>
                          <a:ea typeface="Malgun Gothic"/>
                          <a:cs typeface="Malgun Gothic"/>
                          <a:sym typeface="Malgun Gothic"/>
                        </a:rPr>
                        <a:t>탐구 질문</a:t>
                      </a:r>
                      <a:endParaRPr b="1" sz="1100" u="none" cap="none" strike="noStrike">
                        <a:solidFill>
                          <a:schemeClr val="lt1"/>
                        </a:solidFill>
                        <a:latin typeface="Malgun Gothic"/>
                        <a:ea typeface="Malgun Gothic"/>
                        <a:cs typeface="Malgun Gothic"/>
                        <a:sym typeface="Malgun Gothic"/>
                      </a:endParaRPr>
                    </a:p>
                  </a:txBody>
                  <a:tcPr marT="45725" marB="45725" marR="0" marL="0" anchor="ctr">
                    <a:lnL cap="flat" cmpd="sng" w="9525">
                      <a:solidFill>
                        <a:srgbClr val="000000">
                          <a:alpha val="0"/>
                        </a:srgbClr>
                      </a:solidFill>
                      <a:prstDash val="solid"/>
                      <a:round/>
                      <a:headEnd len="sm" w="sm" type="none"/>
                      <a:tailEnd len="sm" w="sm" type="none"/>
                    </a:lnL>
                    <a:lnR cap="flat" cmpd="sng" w="9525">
                      <a:solidFill>
                        <a:srgbClr val="03A9F4"/>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03A9F4"/>
                    </a:solidFill>
                  </a:tcPr>
                </a:tc>
                <a:tc gridSpan="5">
                  <a:txBody>
                    <a:bodyPr/>
                    <a:lstStyle/>
                    <a:p>
                      <a:pPr indent="0" lvl="0" marL="0" marR="0" rtl="0" algn="l">
                        <a:lnSpc>
                          <a:spcPct val="100000"/>
                        </a:lnSpc>
                        <a:spcBef>
                          <a:spcPts val="0"/>
                        </a:spcBef>
                        <a:spcAft>
                          <a:spcPts val="0"/>
                        </a:spcAft>
                        <a:buClr>
                          <a:schemeClr val="dk1"/>
                        </a:buClr>
                        <a:buSzPts val="1100"/>
                        <a:buFont typeface="Calibri"/>
                        <a:buNone/>
                      </a:pPr>
                      <a:r>
                        <a:t/>
                      </a:r>
                      <a:endParaRPr b="1" sz="1100" u="none" cap="none" strike="noStrike">
                        <a:solidFill>
                          <a:schemeClr val="dk1"/>
                        </a:solidFill>
                        <a:latin typeface="Malgun Gothic"/>
                        <a:ea typeface="Malgun Gothic"/>
                        <a:cs typeface="Malgun Gothic"/>
                        <a:sym typeface="Malgun Gothic"/>
                      </a:endParaRPr>
                    </a:p>
                  </a:txBody>
                  <a:tcPr marT="45725" marB="45725" marR="90000" marL="90000" anchor="ctr">
                    <a:lnL cap="flat" cmpd="sng" w="9525">
                      <a:solidFill>
                        <a:srgbClr val="03A9F4"/>
                      </a:solidFill>
                      <a:prstDash val="solid"/>
                      <a:round/>
                      <a:headEnd len="sm" w="sm" type="none"/>
                      <a:tailEnd len="sm" w="sm" type="none"/>
                    </a:lnL>
                    <a:lnR cap="flat" cmpd="sng" w="9525">
                      <a:solidFill>
                        <a:srgbClr val="03A9F4"/>
                      </a:solidFill>
                      <a:prstDash val="solid"/>
                      <a:round/>
                      <a:headEnd len="sm" w="sm" type="none"/>
                      <a:tailEnd len="sm" w="sm" type="none"/>
                    </a:lnR>
                    <a:lnT cap="flat" cmpd="sng" w="9525">
                      <a:solidFill>
                        <a:srgbClr val="03A9F4"/>
                      </a:solidFill>
                      <a:prstDash val="solid"/>
                      <a:round/>
                      <a:headEnd len="sm" w="sm" type="none"/>
                      <a:tailEnd len="sm" w="sm" type="none"/>
                    </a:lnT>
                    <a:lnB cap="flat" cmpd="sng" w="9525">
                      <a:solidFill>
                        <a:srgbClr val="03A9F4"/>
                      </a:solidFill>
                      <a:prstDash val="solid"/>
                      <a:round/>
                      <a:headEnd len="sm" w="sm" type="none"/>
                      <a:tailEnd len="sm" w="sm" type="none"/>
                    </a:lnB>
                    <a:solidFill>
                      <a:schemeClr val="lt1"/>
                    </a:solidFill>
                  </a:tcPr>
                </a:tc>
                <a:tc hMerge="1"/>
                <a:tc hMerge="1"/>
                <a:tc hMerge="1"/>
                <a:tc hMerge="1"/>
                <a:tc>
                  <a:txBody>
                    <a:bodyPr/>
                    <a:lstStyle/>
                    <a:p>
                      <a:pPr indent="0" lvl="0" marL="0" marR="0" rtl="0" algn="ctr">
                        <a:lnSpc>
                          <a:spcPct val="100000"/>
                        </a:lnSpc>
                        <a:spcBef>
                          <a:spcPts val="0"/>
                        </a:spcBef>
                        <a:spcAft>
                          <a:spcPts val="0"/>
                        </a:spcAft>
                        <a:buClr>
                          <a:srgbClr val="000000"/>
                        </a:buClr>
                        <a:buSzPts val="1100"/>
                        <a:buFont typeface="Arial"/>
                        <a:buNone/>
                      </a:pPr>
                      <a:r>
                        <a:rPr b="1" lang="ko-KR" sz="1100" u="none" cap="none" strike="noStrike">
                          <a:solidFill>
                            <a:schemeClr val="lt1"/>
                          </a:solidFill>
                          <a:latin typeface="Malgun Gothic"/>
                          <a:ea typeface="Malgun Gothic"/>
                          <a:cs typeface="Malgun Gothic"/>
                          <a:sym typeface="Malgun Gothic"/>
                        </a:rPr>
                        <a:t>AI</a:t>
                      </a:r>
                      <a:r>
                        <a:rPr b="1" lang="ko-KR" sz="1100" u="none" cap="none" strike="noStrike">
                          <a:solidFill>
                            <a:schemeClr val="lt1"/>
                          </a:solidFill>
                        </a:rPr>
                        <a:t>·</a:t>
                      </a:r>
                      <a:r>
                        <a:rPr b="1" lang="ko-KR" sz="1100" u="none" cap="none" strike="noStrike">
                          <a:solidFill>
                            <a:schemeClr val="lt1"/>
                          </a:solidFill>
                          <a:latin typeface="Malgun Gothic"/>
                          <a:ea typeface="Malgun Gothic"/>
                          <a:cs typeface="Malgun Gothic"/>
                          <a:sym typeface="Malgun Gothic"/>
                        </a:rPr>
                        <a:t>디지털 도구</a:t>
                      </a:r>
                      <a:endParaRPr sz="1400" u="none" cap="none" strike="noStrike"/>
                    </a:p>
                  </a:txBody>
                  <a:tcPr marT="45725" marB="45725" marR="0" marL="0" anchor="ctr">
                    <a:lnL cap="flat" cmpd="sng" w="9525">
                      <a:solidFill>
                        <a:srgbClr val="03A9F4"/>
                      </a:solidFill>
                      <a:prstDash val="solid"/>
                      <a:round/>
                      <a:headEnd len="sm" w="sm" type="none"/>
                      <a:tailEnd len="sm" w="sm" type="none"/>
                    </a:lnL>
                    <a:lnR cap="flat" cmpd="sng" w="9525">
                      <a:solidFill>
                        <a:srgbClr val="03A9F4"/>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03A9F4"/>
                    </a:solidFill>
                  </a:tcPr>
                </a:tc>
                <a:tc gridSpan="3">
                  <a:txBody>
                    <a:bodyPr/>
                    <a:lstStyle/>
                    <a:p>
                      <a:pPr indent="0" lvl="0" marL="0" marR="0" rtl="0" algn="l">
                        <a:lnSpc>
                          <a:spcPct val="100000"/>
                        </a:lnSpc>
                        <a:spcBef>
                          <a:spcPts val="0"/>
                        </a:spcBef>
                        <a:spcAft>
                          <a:spcPts val="0"/>
                        </a:spcAft>
                        <a:buClr>
                          <a:schemeClr val="dk1"/>
                        </a:buClr>
                        <a:buSzPts val="1100"/>
                        <a:buFont typeface="Calibri"/>
                        <a:buNone/>
                      </a:pPr>
                      <a:r>
                        <a:t/>
                      </a:r>
                      <a:endParaRPr b="1" sz="1100" u="none" cap="none" strike="noStrike">
                        <a:solidFill>
                          <a:schemeClr val="dk1"/>
                        </a:solidFill>
                        <a:latin typeface="Malgun Gothic"/>
                        <a:ea typeface="Malgun Gothic"/>
                        <a:cs typeface="Malgun Gothic"/>
                        <a:sym typeface="Malgun Gothic"/>
                      </a:endParaRPr>
                    </a:p>
                  </a:txBody>
                  <a:tcPr marT="45725" marB="45725" marR="90000" marL="90000" anchor="ctr">
                    <a:lnL cap="flat" cmpd="sng" w="9525">
                      <a:solidFill>
                        <a:srgbClr val="03A9F4"/>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3A9F4"/>
                      </a:solidFill>
                      <a:prstDash val="solid"/>
                      <a:round/>
                      <a:headEnd len="sm" w="sm" type="none"/>
                      <a:tailEnd len="sm" w="sm" type="none"/>
                    </a:lnT>
                    <a:lnB cap="flat" cmpd="sng" w="9525">
                      <a:solidFill>
                        <a:srgbClr val="03A9F4"/>
                      </a:solidFill>
                      <a:prstDash val="solid"/>
                      <a:round/>
                      <a:headEnd len="sm" w="sm" type="none"/>
                      <a:tailEnd len="sm" w="sm" type="none"/>
                    </a:lnB>
                    <a:solidFill>
                      <a:schemeClr val="lt1"/>
                    </a:solidFill>
                  </a:tcPr>
                </a:tc>
                <a:tc hMerge="1"/>
                <a:tc hMerge="1"/>
              </a:tr>
              <a:tr h="314050">
                <a:tc>
                  <a:txBody>
                    <a:bodyPr/>
                    <a:lstStyle/>
                    <a:p>
                      <a:pPr indent="0" lvl="0" marL="0" marR="0" rtl="0" algn="ctr">
                        <a:lnSpc>
                          <a:spcPct val="100000"/>
                        </a:lnSpc>
                        <a:spcBef>
                          <a:spcPts val="0"/>
                        </a:spcBef>
                        <a:spcAft>
                          <a:spcPts val="0"/>
                        </a:spcAft>
                        <a:buClr>
                          <a:schemeClr val="lt1"/>
                        </a:buClr>
                        <a:buSzPts val="1100"/>
                        <a:buFont typeface="Malgun Gothic"/>
                        <a:buNone/>
                      </a:pPr>
                      <a:r>
                        <a:rPr b="1" lang="ko-KR" sz="1100" u="none" cap="none" strike="noStrike">
                          <a:solidFill>
                            <a:schemeClr val="lt1"/>
                          </a:solidFill>
                          <a:latin typeface="Malgun Gothic"/>
                          <a:ea typeface="Malgun Gothic"/>
                          <a:cs typeface="Malgun Gothic"/>
                          <a:sym typeface="Malgun Gothic"/>
                        </a:rPr>
                        <a:t>수업 의도</a:t>
                      </a:r>
                      <a:endParaRPr b="1" sz="1100" u="none" cap="none" strike="noStrike">
                        <a:solidFill>
                          <a:schemeClr val="lt1"/>
                        </a:solidFill>
                        <a:latin typeface="Malgun Gothic"/>
                        <a:ea typeface="Malgun Gothic"/>
                        <a:cs typeface="Malgun Gothic"/>
                        <a:sym typeface="Malgun Gothic"/>
                      </a:endParaRPr>
                    </a:p>
                  </a:txBody>
                  <a:tcPr marT="45725" marB="45725" marR="0" marL="0" anchor="ctr">
                    <a:lnL cap="flat" cmpd="sng" w="9525">
                      <a:solidFill>
                        <a:srgbClr val="000000">
                          <a:alpha val="0"/>
                        </a:srgbClr>
                      </a:solidFill>
                      <a:prstDash val="solid"/>
                      <a:round/>
                      <a:headEnd len="sm" w="sm" type="none"/>
                      <a:tailEnd len="sm" w="sm" type="none"/>
                    </a:lnL>
                    <a:lnR cap="flat" cmpd="sng" w="9525">
                      <a:solidFill>
                        <a:srgbClr val="03A9F4"/>
                      </a:solidFill>
                      <a:prstDash val="solid"/>
                      <a:round/>
                      <a:headEnd len="sm" w="sm" type="none"/>
                      <a:tailEnd len="sm" w="sm" type="none"/>
                    </a:lnR>
                    <a:lnT cap="flat" cmpd="sng" w="9525">
                      <a:solidFill>
                        <a:schemeClr val="lt1"/>
                      </a:solidFill>
                      <a:prstDash val="solid"/>
                      <a:round/>
                      <a:headEnd len="sm" w="sm" type="none"/>
                      <a:tailEnd len="sm" w="sm" type="none"/>
                    </a:lnT>
                    <a:lnB cap="flat" cmpd="sng" w="19050">
                      <a:solidFill>
                        <a:srgbClr val="03A9F4"/>
                      </a:solidFill>
                      <a:prstDash val="solid"/>
                      <a:round/>
                      <a:headEnd len="sm" w="sm" type="none"/>
                      <a:tailEnd len="sm" w="sm" type="none"/>
                    </a:lnB>
                    <a:solidFill>
                      <a:srgbClr val="03A9F4"/>
                    </a:solidFill>
                  </a:tcPr>
                </a:tc>
                <a:tc gridSpan="5">
                  <a:txBody>
                    <a:bodyPr/>
                    <a:lstStyle/>
                    <a:p>
                      <a:pPr indent="0" lvl="0" marL="0" marR="0" rtl="0" algn="l">
                        <a:lnSpc>
                          <a:spcPct val="100000"/>
                        </a:lnSpc>
                        <a:spcBef>
                          <a:spcPts val="0"/>
                        </a:spcBef>
                        <a:spcAft>
                          <a:spcPts val="0"/>
                        </a:spcAft>
                        <a:buClr>
                          <a:srgbClr val="000000"/>
                        </a:buClr>
                        <a:buSzPts val="1100"/>
                        <a:buFont typeface="Arial"/>
                        <a:buNone/>
                      </a:pPr>
                      <a:r>
                        <a:t/>
                      </a:r>
                      <a:endParaRPr b="1" sz="1100" u="none" cap="none" strike="noStrike">
                        <a:solidFill>
                          <a:schemeClr val="dk1"/>
                        </a:solidFill>
                        <a:latin typeface="Malgun Gothic"/>
                        <a:ea typeface="Malgun Gothic"/>
                        <a:cs typeface="Malgun Gothic"/>
                        <a:sym typeface="Malgun Gothic"/>
                      </a:endParaRPr>
                    </a:p>
                  </a:txBody>
                  <a:tcPr marT="45725" marB="45725" marR="90000" marL="90000" anchor="ctr">
                    <a:lnL cap="flat" cmpd="sng" w="9525">
                      <a:solidFill>
                        <a:srgbClr val="03A9F4"/>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3A9F4"/>
                      </a:solidFill>
                      <a:prstDash val="solid"/>
                      <a:round/>
                      <a:headEnd len="sm" w="sm" type="none"/>
                      <a:tailEnd len="sm" w="sm" type="none"/>
                    </a:lnT>
                    <a:lnB cap="flat" cmpd="sng" w="19050">
                      <a:solidFill>
                        <a:srgbClr val="03A9F4"/>
                      </a:solidFill>
                      <a:prstDash val="solid"/>
                      <a:round/>
                      <a:headEnd len="sm" w="sm" type="none"/>
                      <a:tailEnd len="sm" w="sm" type="none"/>
                    </a:lnB>
                    <a:solidFill>
                      <a:schemeClr val="lt1"/>
                    </a:solidFill>
                  </a:tcPr>
                </a:tc>
                <a:tc hMerge="1"/>
                <a:tc hMerge="1"/>
                <a:tc hMerge="1"/>
                <a:tc hMerge="1"/>
                <a:tc>
                  <a:txBody>
                    <a:bodyPr/>
                    <a:lstStyle/>
                    <a:p>
                      <a:pPr indent="0" lvl="0" marL="0" marR="0" rtl="0" algn="l">
                        <a:lnSpc>
                          <a:spcPct val="100000"/>
                        </a:lnSpc>
                        <a:spcBef>
                          <a:spcPts val="0"/>
                        </a:spcBef>
                        <a:spcAft>
                          <a:spcPts val="0"/>
                        </a:spcAft>
                        <a:buClr>
                          <a:srgbClr val="000000"/>
                        </a:buClr>
                        <a:buSzPts val="1100"/>
                        <a:buFont typeface="Arial"/>
                        <a:buNone/>
                      </a:pPr>
                      <a:r>
                        <a:rPr b="1" lang="ko-KR" sz="1100" u="none" cap="none" strike="noStrike">
                          <a:solidFill>
                            <a:schemeClr val="lt1"/>
                          </a:solidFill>
                          <a:latin typeface="Malgun Gothic"/>
                          <a:ea typeface="Malgun Gothic"/>
                          <a:cs typeface="Malgun Gothic"/>
                          <a:sym typeface="Malgun Gothic"/>
                        </a:rPr>
                        <a:t>수업 전 학생 및 과제 분석</a:t>
                      </a:r>
                      <a:endParaRPr sz="1400" u="none" cap="none" strike="noStrike"/>
                    </a:p>
                  </a:txBody>
                  <a:tcPr marT="45725" marB="45725" marR="90000" marL="90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lt1"/>
                      </a:solidFill>
                      <a:prstDash val="solid"/>
                      <a:round/>
                      <a:headEnd len="sm" w="sm" type="none"/>
                      <a:tailEnd len="sm" w="sm" type="none"/>
                    </a:lnT>
                    <a:lnB cap="flat" cmpd="sng" w="19050">
                      <a:solidFill>
                        <a:srgbClr val="03A9F4"/>
                      </a:solidFill>
                      <a:prstDash val="solid"/>
                      <a:round/>
                      <a:headEnd len="sm" w="sm" type="none"/>
                      <a:tailEnd len="sm" w="sm" type="none"/>
                    </a:lnB>
                    <a:solidFill>
                      <a:srgbClr val="03A9F4"/>
                    </a:solidFill>
                  </a:tcPr>
                </a:tc>
                <a:tc gridSpan="3">
                  <a:txBody>
                    <a:bodyPr/>
                    <a:lstStyle/>
                    <a:p>
                      <a:pPr indent="0" lvl="0" marL="0" marR="0" rtl="0" algn="l">
                        <a:lnSpc>
                          <a:spcPct val="100000"/>
                        </a:lnSpc>
                        <a:spcBef>
                          <a:spcPts val="0"/>
                        </a:spcBef>
                        <a:spcAft>
                          <a:spcPts val="0"/>
                        </a:spcAft>
                        <a:buClr>
                          <a:srgbClr val="000000"/>
                        </a:buClr>
                        <a:buSzPts val="1100"/>
                        <a:buFont typeface="Arial"/>
                        <a:buNone/>
                      </a:pPr>
                      <a:r>
                        <a:t/>
                      </a:r>
                      <a:endParaRPr b="1" sz="1100" u="none" cap="none" strike="noStrike">
                        <a:solidFill>
                          <a:schemeClr val="dk1"/>
                        </a:solidFill>
                        <a:latin typeface="Malgun Gothic"/>
                        <a:ea typeface="Malgun Gothic"/>
                        <a:cs typeface="Malgun Gothic"/>
                        <a:sym typeface="Malgun Gothic"/>
                      </a:endParaRPr>
                    </a:p>
                  </a:txBody>
                  <a:tcPr marT="45725" marB="45725" marR="90000" marL="90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3A9F4"/>
                      </a:solidFill>
                      <a:prstDash val="solid"/>
                      <a:round/>
                      <a:headEnd len="sm" w="sm" type="none"/>
                      <a:tailEnd len="sm" w="sm" type="none"/>
                    </a:lnT>
                    <a:lnB cap="flat" cmpd="sng" w="19050">
                      <a:solidFill>
                        <a:srgbClr val="03A9F4"/>
                      </a:solidFill>
                      <a:prstDash val="solid"/>
                      <a:round/>
                      <a:headEnd len="sm" w="sm" type="none"/>
                      <a:tailEnd len="sm" w="sm" type="none"/>
                    </a:lnB>
                    <a:solidFill>
                      <a:schemeClr val="lt1"/>
                    </a:solidFill>
                  </a:tcPr>
                </a:tc>
                <a:tc hMerge="1"/>
                <a:tc hMerge="1"/>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grpSp>
        <p:nvGrpSpPr>
          <p:cNvPr id="226" name="Google Shape;226;g3f3b1709a98_0_74"/>
          <p:cNvGrpSpPr/>
          <p:nvPr/>
        </p:nvGrpSpPr>
        <p:grpSpPr>
          <a:xfrm>
            <a:off x="260060" y="134638"/>
            <a:ext cx="11671761" cy="338700"/>
            <a:chOff x="260060" y="463574"/>
            <a:chExt cx="11671761" cy="338700"/>
          </a:xfrm>
        </p:grpSpPr>
        <p:sp>
          <p:nvSpPr>
            <p:cNvPr id="227" name="Google Shape;227;g3f3b1709a98_0_74"/>
            <p:cNvSpPr txBox="1"/>
            <p:nvPr/>
          </p:nvSpPr>
          <p:spPr>
            <a:xfrm>
              <a:off x="260060" y="463574"/>
              <a:ext cx="1015200" cy="338700"/>
            </a:xfrm>
            <a:prstGeom prst="rect">
              <a:avLst/>
            </a:prstGeom>
            <a:solidFill>
              <a:srgbClr val="2E75B5"/>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1" i="0" lang="ko-KR" sz="1600" u="none" cap="none" strike="noStrike">
                  <a:solidFill>
                    <a:schemeClr val="lt1"/>
                  </a:solidFill>
                  <a:latin typeface="Calibri"/>
                  <a:ea typeface="Calibri"/>
                  <a:cs typeface="Calibri"/>
                  <a:sym typeface="Calibri"/>
                </a:rPr>
                <a:t>별첨</a:t>
              </a:r>
              <a:endParaRPr b="0" i="0" sz="1400" u="none" cap="none" strike="noStrike">
                <a:solidFill>
                  <a:srgbClr val="000000"/>
                </a:solidFill>
                <a:latin typeface="Arial"/>
                <a:ea typeface="Arial"/>
                <a:cs typeface="Arial"/>
                <a:sym typeface="Arial"/>
              </a:endParaRPr>
            </a:p>
          </p:txBody>
        </p:sp>
        <p:sp>
          <p:nvSpPr>
            <p:cNvPr id="228" name="Google Shape;228;g3f3b1709a98_0_74"/>
            <p:cNvSpPr txBox="1"/>
            <p:nvPr/>
          </p:nvSpPr>
          <p:spPr>
            <a:xfrm>
              <a:off x="1434521" y="463574"/>
              <a:ext cx="10497300" cy="338700"/>
            </a:xfrm>
            <a:prstGeom prst="rect">
              <a:avLst/>
            </a:pr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600"/>
                <a:buFont typeface="Arial"/>
                <a:buNone/>
              </a:pPr>
              <a:r>
                <a:rPr b="1" i="0" lang="ko-KR" sz="1600" u="none" cap="none" strike="noStrike">
                  <a:solidFill>
                    <a:schemeClr val="dk1"/>
                  </a:solidFill>
                  <a:latin typeface="Calibri"/>
                  <a:ea typeface="Calibri"/>
                  <a:cs typeface="Calibri"/>
                  <a:sym typeface="Calibri"/>
                </a:rPr>
                <a:t>AI·디지털 도구 활용 교수·학습 설계안(양식)</a:t>
              </a:r>
              <a:endParaRPr b="1" i="0" sz="1600" u="none" cap="none" strike="noStrike">
                <a:solidFill>
                  <a:schemeClr val="dk1"/>
                </a:solidFill>
                <a:latin typeface="Calibri"/>
                <a:ea typeface="Calibri"/>
                <a:cs typeface="Calibri"/>
                <a:sym typeface="Calibri"/>
              </a:endParaRPr>
            </a:p>
          </p:txBody>
        </p:sp>
      </p:grpSp>
      <p:sp>
        <p:nvSpPr>
          <p:cNvPr id="229" name="Google Shape;229;g3f3b1709a98_0_74"/>
          <p:cNvSpPr/>
          <p:nvPr/>
        </p:nvSpPr>
        <p:spPr>
          <a:xfrm>
            <a:off x="3667127" y="555805"/>
            <a:ext cx="4857600" cy="353700"/>
          </a:xfrm>
          <a:prstGeom prst="roundRect">
            <a:avLst>
              <a:gd fmla="val 50000" name="adj"/>
            </a:avLst>
          </a:prstGeom>
          <a:solidFill>
            <a:srgbClr val="03A9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500"/>
              <a:buFont typeface="Arial"/>
              <a:buNone/>
            </a:pPr>
            <a:r>
              <a:rPr b="1" i="0" lang="ko-KR" sz="1500" u="none" cap="none" strike="noStrike">
                <a:solidFill>
                  <a:schemeClr val="lt1"/>
                </a:solidFill>
                <a:latin typeface="Malgun Gothic"/>
                <a:ea typeface="Malgun Gothic"/>
                <a:cs typeface="Malgun Gothic"/>
                <a:sym typeface="Malgun Gothic"/>
              </a:rPr>
              <a:t>(            )과 AI·디지털 도구 활용 교수·학습설계안</a:t>
            </a:r>
            <a:endParaRPr b="1" i="0" sz="1500" u="none" cap="none" strike="noStrike">
              <a:solidFill>
                <a:schemeClr val="lt1"/>
              </a:solidFill>
              <a:latin typeface="Calibri"/>
              <a:ea typeface="Calibri"/>
              <a:cs typeface="Calibri"/>
              <a:sym typeface="Calibri"/>
            </a:endParaRPr>
          </a:p>
        </p:txBody>
      </p:sp>
      <p:grpSp>
        <p:nvGrpSpPr>
          <p:cNvPr id="230" name="Google Shape;230;g3f3b1709a98_0_74"/>
          <p:cNvGrpSpPr/>
          <p:nvPr/>
        </p:nvGrpSpPr>
        <p:grpSpPr>
          <a:xfrm>
            <a:off x="745923" y="3033212"/>
            <a:ext cx="11229528" cy="3512694"/>
            <a:chOff x="570454" y="1941446"/>
            <a:chExt cx="11434200" cy="4576800"/>
          </a:xfrm>
        </p:grpSpPr>
        <p:cxnSp>
          <p:nvCxnSpPr>
            <p:cNvPr id="231" name="Google Shape;231;g3f3b1709a98_0_74"/>
            <p:cNvCxnSpPr/>
            <p:nvPr/>
          </p:nvCxnSpPr>
          <p:spPr>
            <a:xfrm>
              <a:off x="570454" y="6518246"/>
              <a:ext cx="11434200" cy="0"/>
            </a:xfrm>
            <a:prstGeom prst="straightConnector1">
              <a:avLst/>
            </a:prstGeom>
            <a:noFill/>
            <a:ln cap="flat" cmpd="sng" w="28575">
              <a:solidFill>
                <a:schemeClr val="dk1"/>
              </a:solidFill>
              <a:prstDash val="solid"/>
              <a:miter lim="80"/>
              <a:headEnd len="sm" w="sm" type="none"/>
              <a:tailEnd len="med" w="med" type="triangle"/>
            </a:ln>
          </p:spPr>
        </p:cxnSp>
        <p:cxnSp>
          <p:nvCxnSpPr>
            <p:cNvPr id="232" name="Google Shape;232;g3f3b1709a98_0_74"/>
            <p:cNvCxnSpPr/>
            <p:nvPr/>
          </p:nvCxnSpPr>
          <p:spPr>
            <a:xfrm rot="10800000">
              <a:off x="570454" y="1941446"/>
              <a:ext cx="0" cy="4576800"/>
            </a:xfrm>
            <a:prstGeom prst="straightConnector1">
              <a:avLst/>
            </a:prstGeom>
            <a:noFill/>
            <a:ln cap="flat" cmpd="sng" w="28575">
              <a:solidFill>
                <a:schemeClr val="dk1"/>
              </a:solidFill>
              <a:prstDash val="solid"/>
              <a:miter lim="80"/>
              <a:headEnd len="sm" w="sm" type="none"/>
              <a:tailEnd len="sm" w="sm" type="none"/>
            </a:ln>
          </p:spPr>
        </p:cxnSp>
      </p:grpSp>
      <p:sp>
        <p:nvSpPr>
          <p:cNvPr id="233" name="Google Shape;233;g3f3b1709a98_0_74"/>
          <p:cNvSpPr txBox="1"/>
          <p:nvPr/>
        </p:nvSpPr>
        <p:spPr>
          <a:xfrm>
            <a:off x="11575375" y="6233119"/>
            <a:ext cx="307800" cy="231000"/>
          </a:xfrm>
          <a:prstGeom prst="rect">
            <a:avLst/>
          </a:prstGeom>
          <a:noFill/>
          <a:ln>
            <a:noFill/>
          </a:ln>
        </p:spPr>
        <p:txBody>
          <a:bodyPr anchorCtr="0" anchor="t" bIns="4570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1" i="0" lang="ko-KR" sz="1200" u="none" cap="none" strike="noStrike">
                <a:solidFill>
                  <a:schemeClr val="dk1"/>
                </a:solidFill>
                <a:latin typeface="Calibri"/>
                <a:ea typeface="Calibri"/>
                <a:cs typeface="Calibri"/>
                <a:sym typeface="Calibri"/>
              </a:rPr>
              <a:t>시간</a:t>
            </a:r>
            <a:endParaRPr b="0" i="0" sz="1400" u="none" cap="none" strike="noStrike">
              <a:solidFill>
                <a:srgbClr val="000000"/>
              </a:solidFill>
              <a:latin typeface="Arial"/>
              <a:ea typeface="Arial"/>
              <a:cs typeface="Arial"/>
              <a:sym typeface="Arial"/>
            </a:endParaRPr>
          </a:p>
        </p:txBody>
      </p:sp>
      <p:cxnSp>
        <p:nvCxnSpPr>
          <p:cNvPr id="234" name="Google Shape;234;g3f3b1709a98_0_74"/>
          <p:cNvCxnSpPr/>
          <p:nvPr/>
        </p:nvCxnSpPr>
        <p:spPr>
          <a:xfrm flipH="1" rot="10800000">
            <a:off x="768353" y="3719477"/>
            <a:ext cx="11114700" cy="57900"/>
          </a:xfrm>
          <a:prstGeom prst="straightConnector1">
            <a:avLst/>
          </a:prstGeom>
          <a:noFill/>
          <a:ln cap="rnd" cmpd="sng" w="22225">
            <a:solidFill>
              <a:schemeClr val="dk1"/>
            </a:solidFill>
            <a:prstDash val="dot"/>
            <a:miter lim="80"/>
            <a:headEnd len="sm" w="sm" type="none"/>
            <a:tailEnd len="sm" w="sm" type="none"/>
          </a:ln>
        </p:spPr>
      </p:cxnSp>
      <p:cxnSp>
        <p:nvCxnSpPr>
          <p:cNvPr id="235" name="Google Shape;235;g3f3b1709a98_0_74"/>
          <p:cNvCxnSpPr/>
          <p:nvPr/>
        </p:nvCxnSpPr>
        <p:spPr>
          <a:xfrm>
            <a:off x="743142" y="4770269"/>
            <a:ext cx="11141100" cy="0"/>
          </a:xfrm>
          <a:prstGeom prst="straightConnector1">
            <a:avLst/>
          </a:prstGeom>
          <a:noFill/>
          <a:ln cap="rnd" cmpd="sng" w="22225">
            <a:solidFill>
              <a:schemeClr val="dk1"/>
            </a:solidFill>
            <a:prstDash val="dot"/>
            <a:miter lim="80"/>
            <a:headEnd len="sm" w="sm" type="none"/>
            <a:tailEnd len="sm" w="sm" type="none"/>
          </a:ln>
        </p:spPr>
      </p:cxnSp>
      <p:cxnSp>
        <p:nvCxnSpPr>
          <p:cNvPr id="236" name="Google Shape;236;g3f3b1709a98_0_74"/>
          <p:cNvCxnSpPr/>
          <p:nvPr/>
        </p:nvCxnSpPr>
        <p:spPr>
          <a:xfrm>
            <a:off x="768353" y="5763159"/>
            <a:ext cx="11114700" cy="0"/>
          </a:xfrm>
          <a:prstGeom prst="straightConnector1">
            <a:avLst/>
          </a:prstGeom>
          <a:noFill/>
          <a:ln cap="rnd" cmpd="sng" w="22225">
            <a:solidFill>
              <a:schemeClr val="dk1"/>
            </a:solidFill>
            <a:prstDash val="dot"/>
            <a:miter lim="80"/>
            <a:headEnd len="sm" w="sm" type="none"/>
            <a:tailEnd len="sm" w="sm" type="none"/>
          </a:ln>
        </p:spPr>
      </p:cxnSp>
      <p:cxnSp>
        <p:nvCxnSpPr>
          <p:cNvPr id="237" name="Google Shape;237;g3f3b1709a98_0_74"/>
          <p:cNvCxnSpPr>
            <a:stCxn id="238" idx="3"/>
            <a:endCxn id="239" idx="1"/>
          </p:cNvCxnSpPr>
          <p:nvPr/>
        </p:nvCxnSpPr>
        <p:spPr>
          <a:xfrm flipH="1" rot="10800000">
            <a:off x="2837084" y="3753665"/>
            <a:ext cx="928500" cy="1011300"/>
          </a:xfrm>
          <a:prstGeom prst="bentConnector3">
            <a:avLst>
              <a:gd fmla="val 50000" name="adj1"/>
            </a:avLst>
          </a:prstGeom>
          <a:noFill/>
          <a:ln cap="flat" cmpd="sng" w="38100">
            <a:solidFill>
              <a:schemeClr val="dk1"/>
            </a:solidFill>
            <a:prstDash val="solid"/>
            <a:miter lim="80"/>
            <a:headEnd len="sm" w="sm" type="none"/>
            <a:tailEnd len="med" w="med" type="triangle"/>
          </a:ln>
        </p:spPr>
      </p:cxnSp>
      <p:cxnSp>
        <p:nvCxnSpPr>
          <p:cNvPr id="240" name="Google Shape;240;g3f3b1709a98_0_74"/>
          <p:cNvCxnSpPr>
            <a:stCxn id="239" idx="3"/>
            <a:endCxn id="241" idx="1"/>
          </p:cNvCxnSpPr>
          <p:nvPr/>
        </p:nvCxnSpPr>
        <p:spPr>
          <a:xfrm>
            <a:off x="5638437" y="3753644"/>
            <a:ext cx="1111800" cy="1019100"/>
          </a:xfrm>
          <a:prstGeom prst="bentConnector3">
            <a:avLst>
              <a:gd fmla="val 49994" name="adj1"/>
            </a:avLst>
          </a:prstGeom>
          <a:noFill/>
          <a:ln cap="flat" cmpd="sng" w="38100">
            <a:solidFill>
              <a:schemeClr val="dk1"/>
            </a:solidFill>
            <a:prstDash val="solid"/>
            <a:miter lim="80"/>
            <a:headEnd len="sm" w="sm" type="none"/>
            <a:tailEnd len="med" w="med" type="triangle"/>
          </a:ln>
        </p:spPr>
      </p:cxnSp>
      <p:cxnSp>
        <p:nvCxnSpPr>
          <p:cNvPr id="242" name="Google Shape;242;g3f3b1709a98_0_74"/>
          <p:cNvCxnSpPr>
            <a:stCxn id="241" idx="3"/>
            <a:endCxn id="243" idx="1"/>
          </p:cNvCxnSpPr>
          <p:nvPr/>
        </p:nvCxnSpPr>
        <p:spPr>
          <a:xfrm flipH="1" rot="10800000">
            <a:off x="8622955" y="3726954"/>
            <a:ext cx="1326900" cy="1045800"/>
          </a:xfrm>
          <a:prstGeom prst="bentConnector3">
            <a:avLst>
              <a:gd fmla="val 50000" name="adj1"/>
            </a:avLst>
          </a:prstGeom>
          <a:noFill/>
          <a:ln cap="flat" cmpd="sng" w="38100">
            <a:solidFill>
              <a:schemeClr val="dk1"/>
            </a:solidFill>
            <a:prstDash val="solid"/>
            <a:miter lim="80"/>
            <a:headEnd len="sm" w="sm" type="none"/>
            <a:tailEnd len="med" w="med" type="triangle"/>
          </a:ln>
        </p:spPr>
      </p:cxnSp>
      <p:grpSp>
        <p:nvGrpSpPr>
          <p:cNvPr id="244" name="Google Shape;244;g3f3b1709a98_0_74"/>
          <p:cNvGrpSpPr/>
          <p:nvPr/>
        </p:nvGrpSpPr>
        <p:grpSpPr>
          <a:xfrm>
            <a:off x="964363" y="4070666"/>
            <a:ext cx="1873013" cy="1994104"/>
            <a:chOff x="936601" y="4046957"/>
            <a:chExt cx="1721203" cy="1994104"/>
          </a:xfrm>
        </p:grpSpPr>
        <p:sp>
          <p:nvSpPr>
            <p:cNvPr id="245" name="Google Shape;245;g3f3b1709a98_0_74"/>
            <p:cNvSpPr/>
            <p:nvPr/>
          </p:nvSpPr>
          <p:spPr>
            <a:xfrm>
              <a:off x="936704" y="5374461"/>
              <a:ext cx="1721100" cy="666600"/>
            </a:xfrm>
            <a:prstGeom prst="roundRect">
              <a:avLst>
                <a:gd fmla="val 6381" name="adj"/>
              </a:avLst>
            </a:prstGeom>
            <a:solidFill>
              <a:srgbClr val="EEE5FF"/>
            </a:solidFill>
            <a:ln cap="flat" cmpd="sng" w="12700">
              <a:solidFill>
                <a:srgbClr val="9965FF"/>
              </a:solidFill>
              <a:prstDash val="solid"/>
              <a:miter lim="80"/>
              <a:headEnd len="sm" w="sm" type="none"/>
              <a:tailEnd len="sm" w="sm" type="none"/>
            </a:ln>
          </p:spPr>
          <p:txBody>
            <a:bodyPr anchorCtr="0" anchor="ctr" bIns="0" lIns="0" spcFirstLastPara="1" rIns="0" wrap="square" tIns="0">
              <a:noAutofit/>
            </a:bodyPr>
            <a:lstStyle/>
            <a:p>
              <a:pPr indent="0" lvl="0" marL="85725" marR="0" rtl="0" algn="l">
                <a:lnSpc>
                  <a:spcPct val="110000"/>
                </a:lnSpc>
                <a:spcBef>
                  <a:spcPts val="0"/>
                </a:spcBef>
                <a:spcAft>
                  <a:spcPts val="0"/>
                </a:spcAft>
                <a:buClr>
                  <a:srgbClr val="000000"/>
                </a:buClr>
                <a:buSzPts val="1000"/>
                <a:buFont typeface="Arial"/>
                <a:buNone/>
              </a:pPr>
              <a:r>
                <a:rPr b="1" i="0" lang="ko-KR" sz="1000" u="none" cap="none" strike="noStrike">
                  <a:solidFill>
                    <a:schemeClr val="dk1"/>
                  </a:solidFill>
                  <a:latin typeface="Calibri"/>
                  <a:ea typeface="Calibri"/>
                  <a:cs typeface="Calibri"/>
                  <a:sym typeface="Calibri"/>
                </a:rPr>
                <a:t>도구: </a:t>
              </a:r>
              <a:endParaRPr b="0" i="0" sz="1400" u="none" cap="none" strike="noStrike">
                <a:solidFill>
                  <a:srgbClr val="000000"/>
                </a:solidFill>
                <a:latin typeface="Arial"/>
                <a:ea typeface="Arial"/>
                <a:cs typeface="Arial"/>
                <a:sym typeface="Arial"/>
              </a:endParaRPr>
            </a:p>
            <a:p>
              <a:pPr indent="0" lvl="0" marL="85725" marR="0" rtl="0" algn="l">
                <a:lnSpc>
                  <a:spcPct val="110000"/>
                </a:lnSpc>
                <a:spcBef>
                  <a:spcPts val="0"/>
                </a:spcBef>
                <a:spcAft>
                  <a:spcPts val="0"/>
                </a:spcAft>
                <a:buClr>
                  <a:srgbClr val="000000"/>
                </a:buClr>
                <a:buSzPts val="1000"/>
                <a:buFont typeface="Arial"/>
                <a:buNone/>
              </a:pPr>
              <a:r>
                <a:rPr b="1" i="0" lang="ko-KR" sz="1000" u="none" cap="none" strike="noStrike">
                  <a:solidFill>
                    <a:schemeClr val="dk1"/>
                  </a:solidFill>
                  <a:latin typeface="Calibri"/>
                  <a:ea typeface="Calibri"/>
                  <a:cs typeface="Calibri"/>
                  <a:sym typeface="Calibri"/>
                </a:rPr>
                <a:t>역할: </a:t>
              </a:r>
              <a:endParaRPr b="1" i="0" sz="1000" u="none" cap="none" strike="noStrike">
                <a:solidFill>
                  <a:schemeClr val="dk1"/>
                </a:solidFill>
                <a:latin typeface="Calibri"/>
                <a:ea typeface="Calibri"/>
                <a:cs typeface="Calibri"/>
                <a:sym typeface="Calibri"/>
              </a:endParaRPr>
            </a:p>
          </p:txBody>
        </p:sp>
        <p:grpSp>
          <p:nvGrpSpPr>
            <p:cNvPr id="246" name="Google Shape;246;g3f3b1709a98_0_74"/>
            <p:cNvGrpSpPr/>
            <p:nvPr/>
          </p:nvGrpSpPr>
          <p:grpSpPr>
            <a:xfrm>
              <a:off x="936601" y="4046957"/>
              <a:ext cx="1720935" cy="1257249"/>
              <a:chOff x="2194117" y="4892040"/>
              <a:chExt cx="1381500" cy="1257249"/>
            </a:xfrm>
          </p:grpSpPr>
          <p:sp>
            <p:nvSpPr>
              <p:cNvPr id="238" name="Google Shape;238;g3f3b1709a98_0_74"/>
              <p:cNvSpPr/>
              <p:nvPr/>
            </p:nvSpPr>
            <p:spPr>
              <a:xfrm>
                <a:off x="2194117" y="5023389"/>
                <a:ext cx="1381500" cy="1125900"/>
              </a:xfrm>
              <a:prstGeom prst="roundRect">
                <a:avLst>
                  <a:gd fmla="val 5951" name="adj"/>
                </a:avLst>
              </a:prstGeom>
              <a:solidFill>
                <a:schemeClr val="lt1"/>
              </a:solidFill>
              <a:ln cap="flat" cmpd="sng" w="19050">
                <a:solidFill>
                  <a:srgbClr val="9965FF"/>
                </a:solidFill>
                <a:prstDash val="solid"/>
                <a:miter lim="80"/>
                <a:headEnd len="sm" w="sm" type="none"/>
                <a:tailEnd len="sm" w="sm" type="none"/>
              </a:ln>
            </p:spPr>
            <p:txBody>
              <a:bodyPr anchorCtr="0" anchor="t" bIns="0" lIns="0" spcFirstLastPara="1" rIns="0" wrap="square" tIns="144000">
                <a:noAutofit/>
              </a:bodyPr>
              <a:lstStyle/>
              <a:p>
                <a:pPr indent="0" lvl="0" marL="0" marR="0" rtl="0" algn="ctr">
                  <a:lnSpc>
                    <a:spcPct val="130000"/>
                  </a:lnSpc>
                  <a:spcBef>
                    <a:spcPts val="0"/>
                  </a:spcBef>
                  <a:spcAft>
                    <a:spcPts val="0"/>
                  </a:spcAft>
                  <a:buClr>
                    <a:srgbClr val="000000"/>
                  </a:buClr>
                  <a:buSzPts val="1000"/>
                  <a:buFont typeface="Arial"/>
                  <a:buNone/>
                </a:pPr>
                <a:r>
                  <a:rPr b="1" i="0" lang="ko-KR" sz="1000" u="none" cap="none" strike="noStrike">
                    <a:solidFill>
                      <a:schemeClr val="dk1"/>
                    </a:solidFill>
                    <a:latin typeface="Calibri"/>
                    <a:ea typeface="Calibri"/>
                    <a:cs typeface="Calibri"/>
                    <a:sym typeface="Calibri"/>
                  </a:rPr>
                  <a:t>활동제목</a:t>
                </a:r>
                <a:endParaRPr b="1" i="0" sz="10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000000"/>
                  </a:buClr>
                  <a:buSzPts val="1000"/>
                  <a:buFont typeface="Arial"/>
                  <a:buNone/>
                </a:pPr>
                <a:r>
                  <a:rPr b="0" i="0" lang="ko-KR" sz="1000" u="none" cap="none" strike="noStrike">
                    <a:solidFill>
                      <a:schemeClr val="dk1"/>
                    </a:solidFill>
                    <a:latin typeface="Calibri"/>
                    <a:ea typeface="Calibri"/>
                    <a:cs typeface="Calibri"/>
                    <a:sym typeface="Calibri"/>
                  </a:rPr>
                  <a:t> ▪ 교사 활동</a:t>
                </a:r>
                <a:endParaRPr b="0" i="0" sz="10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000000"/>
                  </a:buClr>
                  <a:buSzPts val="1000"/>
                  <a:buFont typeface="Arial"/>
                  <a:buNone/>
                </a:pPr>
                <a:r>
                  <a:rPr b="0" i="0" lang="ko-KR" sz="1000" u="none" cap="none" strike="noStrike">
                    <a:solidFill>
                      <a:schemeClr val="dk1"/>
                    </a:solidFill>
                    <a:latin typeface="Calibri"/>
                    <a:ea typeface="Calibri"/>
                    <a:cs typeface="Calibri"/>
                    <a:sym typeface="Calibri"/>
                  </a:rPr>
                  <a:t>   - 학생 활동</a:t>
                </a:r>
                <a:endParaRPr b="0" i="0" sz="10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000000"/>
                  </a:buClr>
                  <a:buSzPts val="1000"/>
                  <a:buFont typeface="Arial"/>
                  <a:buNone/>
                </a:pPr>
                <a:r>
                  <a:rPr b="0" i="0" lang="ko-KR" sz="1000" u="none" cap="none" strike="noStrike">
                    <a:solidFill>
                      <a:schemeClr val="dk1"/>
                    </a:solidFill>
                    <a:latin typeface="Calibri"/>
                    <a:ea typeface="Calibri"/>
                    <a:cs typeface="Calibri"/>
                    <a:sym typeface="Calibri"/>
                  </a:rPr>
                  <a:t>   - 학생 활동</a:t>
                </a:r>
                <a:endParaRPr b="0" i="0" sz="1000" u="none" cap="none" strike="noStrike">
                  <a:solidFill>
                    <a:schemeClr val="dk1"/>
                  </a:solidFill>
                  <a:latin typeface="Calibri"/>
                  <a:ea typeface="Calibri"/>
                  <a:cs typeface="Calibri"/>
                  <a:sym typeface="Calibri"/>
                </a:endParaRPr>
              </a:p>
            </p:txBody>
          </p:sp>
          <p:sp>
            <p:nvSpPr>
              <p:cNvPr id="247" name="Google Shape;247;g3f3b1709a98_0_74"/>
              <p:cNvSpPr/>
              <p:nvPr/>
            </p:nvSpPr>
            <p:spPr>
              <a:xfrm>
                <a:off x="2274652" y="4892040"/>
                <a:ext cx="1221900" cy="264300"/>
              </a:xfrm>
              <a:prstGeom prst="roundRect">
                <a:avLst>
                  <a:gd fmla="val 50000" name="adj"/>
                </a:avLst>
              </a:prstGeom>
              <a:solidFill>
                <a:srgbClr val="9965F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ko-KR" sz="1000" u="none" cap="none" strike="noStrike">
                    <a:solidFill>
                      <a:schemeClr val="lt1"/>
                    </a:solidFill>
                    <a:latin typeface="Calibri"/>
                    <a:ea typeface="Calibri"/>
                    <a:cs typeface="Calibri"/>
                    <a:sym typeface="Calibri"/>
                  </a:rPr>
                  <a:t>단계명(분)  or  차시</a:t>
                </a:r>
                <a:endParaRPr b="0" i="0" sz="1400" u="none" cap="none" strike="noStrike">
                  <a:solidFill>
                    <a:srgbClr val="000000"/>
                  </a:solidFill>
                  <a:latin typeface="Arial"/>
                  <a:ea typeface="Arial"/>
                  <a:cs typeface="Arial"/>
                  <a:sym typeface="Arial"/>
                </a:endParaRPr>
              </a:p>
            </p:txBody>
          </p:sp>
        </p:grpSp>
      </p:grpSp>
      <p:grpSp>
        <p:nvGrpSpPr>
          <p:cNvPr id="248" name="Google Shape;248;g3f3b1709a98_0_74"/>
          <p:cNvGrpSpPr/>
          <p:nvPr/>
        </p:nvGrpSpPr>
        <p:grpSpPr>
          <a:xfrm>
            <a:off x="3765716" y="2798645"/>
            <a:ext cx="1873013" cy="2513252"/>
            <a:chOff x="936601" y="4046957"/>
            <a:chExt cx="1721203" cy="2513252"/>
          </a:xfrm>
        </p:grpSpPr>
        <p:sp>
          <p:nvSpPr>
            <p:cNvPr id="249" name="Google Shape;249;g3f3b1709a98_0_74"/>
            <p:cNvSpPr/>
            <p:nvPr/>
          </p:nvSpPr>
          <p:spPr>
            <a:xfrm>
              <a:off x="936704" y="5893609"/>
              <a:ext cx="1721100" cy="666600"/>
            </a:xfrm>
            <a:prstGeom prst="roundRect">
              <a:avLst>
                <a:gd fmla="val 6381" name="adj"/>
              </a:avLst>
            </a:prstGeom>
            <a:solidFill>
              <a:srgbClr val="E0F8F6"/>
            </a:solidFill>
            <a:ln cap="flat" cmpd="sng" w="12700">
              <a:solidFill>
                <a:srgbClr val="29B6AA"/>
              </a:solidFill>
              <a:prstDash val="solid"/>
              <a:miter lim="80"/>
              <a:headEnd len="sm" w="sm" type="none"/>
              <a:tailEnd len="sm" w="sm" type="none"/>
            </a:ln>
          </p:spPr>
          <p:txBody>
            <a:bodyPr anchorCtr="0" anchor="ctr" bIns="0" lIns="0" spcFirstLastPara="1" rIns="0" wrap="square" tIns="0">
              <a:noAutofit/>
            </a:bodyPr>
            <a:lstStyle/>
            <a:p>
              <a:pPr indent="0" lvl="0" marL="85725" marR="0" rtl="0" algn="l">
                <a:lnSpc>
                  <a:spcPct val="110000"/>
                </a:lnSpc>
                <a:spcBef>
                  <a:spcPts val="0"/>
                </a:spcBef>
                <a:spcAft>
                  <a:spcPts val="0"/>
                </a:spcAft>
                <a:buClr>
                  <a:srgbClr val="000000"/>
                </a:buClr>
                <a:buSzPts val="1000"/>
                <a:buFont typeface="Arial"/>
                <a:buNone/>
              </a:pPr>
              <a:r>
                <a:rPr b="1" i="0" lang="ko-KR" sz="1000" u="none" cap="none" strike="noStrike">
                  <a:solidFill>
                    <a:schemeClr val="dk1"/>
                  </a:solidFill>
                  <a:latin typeface="Calibri"/>
                  <a:ea typeface="Calibri"/>
                  <a:cs typeface="Calibri"/>
                  <a:sym typeface="Calibri"/>
                </a:rPr>
                <a:t>도구: </a:t>
              </a:r>
              <a:endParaRPr b="0" i="0" sz="1400" u="none" cap="none" strike="noStrike">
                <a:solidFill>
                  <a:srgbClr val="000000"/>
                </a:solidFill>
                <a:latin typeface="Arial"/>
                <a:ea typeface="Arial"/>
                <a:cs typeface="Arial"/>
                <a:sym typeface="Arial"/>
              </a:endParaRPr>
            </a:p>
            <a:p>
              <a:pPr indent="0" lvl="0" marL="85725" marR="0" rtl="0" algn="l">
                <a:lnSpc>
                  <a:spcPct val="110000"/>
                </a:lnSpc>
                <a:spcBef>
                  <a:spcPts val="0"/>
                </a:spcBef>
                <a:spcAft>
                  <a:spcPts val="0"/>
                </a:spcAft>
                <a:buClr>
                  <a:srgbClr val="000000"/>
                </a:buClr>
                <a:buSzPts val="1000"/>
                <a:buFont typeface="Arial"/>
                <a:buNone/>
              </a:pPr>
              <a:r>
                <a:rPr b="1" i="0" lang="ko-KR" sz="1000" u="none" cap="none" strike="noStrike">
                  <a:solidFill>
                    <a:schemeClr val="dk1"/>
                  </a:solidFill>
                  <a:latin typeface="Calibri"/>
                  <a:ea typeface="Calibri"/>
                  <a:cs typeface="Calibri"/>
                  <a:sym typeface="Calibri"/>
                </a:rPr>
                <a:t>역할: </a:t>
              </a:r>
              <a:endParaRPr b="1" i="0" sz="1000" u="none" cap="none" strike="noStrike">
                <a:solidFill>
                  <a:schemeClr val="dk1"/>
                </a:solidFill>
                <a:latin typeface="Calibri"/>
                <a:ea typeface="Calibri"/>
                <a:cs typeface="Calibri"/>
                <a:sym typeface="Calibri"/>
              </a:endParaRPr>
            </a:p>
          </p:txBody>
        </p:sp>
        <p:grpSp>
          <p:nvGrpSpPr>
            <p:cNvPr id="250" name="Google Shape;250;g3f3b1709a98_0_74"/>
            <p:cNvGrpSpPr/>
            <p:nvPr/>
          </p:nvGrpSpPr>
          <p:grpSpPr>
            <a:xfrm>
              <a:off x="936601" y="4046957"/>
              <a:ext cx="1720935" cy="1778649"/>
              <a:chOff x="2194117" y="4892040"/>
              <a:chExt cx="1381500" cy="1778649"/>
            </a:xfrm>
          </p:grpSpPr>
          <p:sp>
            <p:nvSpPr>
              <p:cNvPr id="239" name="Google Shape;239;g3f3b1709a98_0_74"/>
              <p:cNvSpPr/>
              <p:nvPr/>
            </p:nvSpPr>
            <p:spPr>
              <a:xfrm>
                <a:off x="2194117" y="5023389"/>
                <a:ext cx="1381500" cy="1647300"/>
              </a:xfrm>
              <a:prstGeom prst="roundRect">
                <a:avLst>
                  <a:gd fmla="val 5951" name="adj"/>
                </a:avLst>
              </a:prstGeom>
              <a:solidFill>
                <a:schemeClr val="lt1"/>
              </a:solidFill>
              <a:ln cap="flat" cmpd="sng" w="19050">
                <a:solidFill>
                  <a:srgbClr val="29B6AA"/>
                </a:solidFill>
                <a:prstDash val="solid"/>
                <a:miter lim="80"/>
                <a:headEnd len="sm" w="sm" type="none"/>
                <a:tailEnd len="sm" w="sm" type="none"/>
              </a:ln>
            </p:spPr>
            <p:txBody>
              <a:bodyPr anchorCtr="0" anchor="t" bIns="0" lIns="0" spcFirstLastPara="1" rIns="0" wrap="square" tIns="144000">
                <a:noAutofit/>
              </a:bodyPr>
              <a:lstStyle/>
              <a:p>
                <a:pPr indent="0" lvl="0" marL="0" marR="0" rtl="0" algn="ctr">
                  <a:lnSpc>
                    <a:spcPct val="130000"/>
                  </a:lnSpc>
                  <a:spcBef>
                    <a:spcPts val="0"/>
                  </a:spcBef>
                  <a:spcAft>
                    <a:spcPts val="0"/>
                  </a:spcAft>
                  <a:buClr>
                    <a:srgbClr val="000000"/>
                  </a:buClr>
                  <a:buSzPts val="1000"/>
                  <a:buFont typeface="Arial"/>
                  <a:buNone/>
                </a:pPr>
                <a:r>
                  <a:rPr b="1" i="0" lang="ko-KR" sz="1000" u="none" cap="none" strike="noStrike">
                    <a:solidFill>
                      <a:schemeClr val="dk1"/>
                    </a:solidFill>
                    <a:latin typeface="Calibri"/>
                    <a:ea typeface="Calibri"/>
                    <a:cs typeface="Calibri"/>
                    <a:sym typeface="Calibri"/>
                  </a:rPr>
                  <a:t>활동제목</a:t>
                </a:r>
                <a:endParaRPr b="1" i="0" sz="10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000000"/>
                  </a:buClr>
                  <a:buSzPts val="1000"/>
                  <a:buFont typeface="Arial"/>
                  <a:buNone/>
                </a:pPr>
                <a:r>
                  <a:rPr b="0" i="0" lang="ko-KR" sz="1000" u="none" cap="none" strike="noStrike">
                    <a:solidFill>
                      <a:schemeClr val="dk1"/>
                    </a:solidFill>
                    <a:latin typeface="Calibri"/>
                    <a:ea typeface="Calibri"/>
                    <a:cs typeface="Calibri"/>
                    <a:sym typeface="Calibri"/>
                  </a:rPr>
                  <a:t> ▪ 교사 활동</a:t>
                </a:r>
                <a:endParaRPr b="0" i="0" sz="10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000000"/>
                  </a:buClr>
                  <a:buSzPts val="1000"/>
                  <a:buFont typeface="Arial"/>
                  <a:buNone/>
                </a:pPr>
                <a:r>
                  <a:rPr b="0" i="0" lang="ko-KR" sz="1000" u="none" cap="none" strike="noStrike">
                    <a:solidFill>
                      <a:schemeClr val="dk1"/>
                    </a:solidFill>
                    <a:latin typeface="Calibri"/>
                    <a:ea typeface="Calibri"/>
                    <a:cs typeface="Calibri"/>
                    <a:sym typeface="Calibri"/>
                  </a:rPr>
                  <a:t>   - 학생 활동</a:t>
                </a:r>
                <a:endParaRPr b="0" i="0" sz="10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000000"/>
                  </a:buClr>
                  <a:buSzPts val="1000"/>
                  <a:buFont typeface="Arial"/>
                  <a:buNone/>
                </a:pPr>
                <a:r>
                  <a:rPr b="0" i="0" lang="ko-KR" sz="1000" u="none" cap="none" strike="noStrike">
                    <a:solidFill>
                      <a:schemeClr val="dk1"/>
                    </a:solidFill>
                    <a:latin typeface="Calibri"/>
                    <a:ea typeface="Calibri"/>
                    <a:cs typeface="Calibri"/>
                    <a:sym typeface="Calibri"/>
                  </a:rPr>
                  <a:t> - 학생 활동</a:t>
                </a:r>
                <a:endParaRPr b="0" i="0" sz="10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000000"/>
                  </a:buClr>
                  <a:buSzPts val="1000"/>
                  <a:buFont typeface="Arial"/>
                  <a:buNone/>
                </a:pPr>
                <a:r>
                  <a:rPr b="0" i="0" lang="ko-KR" sz="1000" u="none" cap="none" strike="noStrike">
                    <a:solidFill>
                      <a:schemeClr val="dk1"/>
                    </a:solidFill>
                    <a:latin typeface="Calibri"/>
                    <a:ea typeface="Calibri"/>
                    <a:cs typeface="Calibri"/>
                    <a:sym typeface="Calibri"/>
                  </a:rPr>
                  <a:t> ▪ 교사 활동</a:t>
                </a:r>
                <a:endParaRPr b="0" i="0" sz="10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000000"/>
                  </a:buClr>
                  <a:buSzPts val="1000"/>
                  <a:buFont typeface="Arial"/>
                  <a:buNone/>
                </a:pPr>
                <a:r>
                  <a:rPr b="0" i="0" lang="ko-KR" sz="1000" u="none" cap="none" strike="noStrike">
                    <a:solidFill>
                      <a:schemeClr val="dk1"/>
                    </a:solidFill>
                    <a:latin typeface="Calibri"/>
                    <a:ea typeface="Calibri"/>
                    <a:cs typeface="Calibri"/>
                    <a:sym typeface="Calibri"/>
                  </a:rPr>
                  <a:t>   - 학생 활동</a:t>
                </a:r>
                <a:endParaRPr b="0" i="0" sz="10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000000"/>
                  </a:buClr>
                  <a:buSzPts val="1000"/>
                  <a:buFont typeface="Arial"/>
                  <a:buNone/>
                </a:pPr>
                <a:r>
                  <a:rPr b="0" i="0" lang="ko-KR" sz="1000" u="none" cap="none" strike="noStrike">
                    <a:solidFill>
                      <a:schemeClr val="dk1"/>
                    </a:solidFill>
                    <a:latin typeface="Calibri"/>
                    <a:ea typeface="Calibri"/>
                    <a:cs typeface="Calibri"/>
                    <a:sym typeface="Calibri"/>
                  </a:rPr>
                  <a:t>   - 학생 활동</a:t>
                </a:r>
                <a:endParaRPr b="0" i="0" sz="1000" u="none" cap="none" strike="noStrike">
                  <a:solidFill>
                    <a:schemeClr val="dk1"/>
                  </a:solidFill>
                  <a:latin typeface="Calibri"/>
                  <a:ea typeface="Calibri"/>
                  <a:cs typeface="Calibri"/>
                  <a:sym typeface="Calibri"/>
                </a:endParaRPr>
              </a:p>
            </p:txBody>
          </p:sp>
          <p:sp>
            <p:nvSpPr>
              <p:cNvPr id="251" name="Google Shape;251;g3f3b1709a98_0_74"/>
              <p:cNvSpPr/>
              <p:nvPr/>
            </p:nvSpPr>
            <p:spPr>
              <a:xfrm>
                <a:off x="2274652" y="4892040"/>
                <a:ext cx="1221900" cy="264300"/>
              </a:xfrm>
              <a:prstGeom prst="roundRect">
                <a:avLst>
                  <a:gd fmla="val 50000" name="adj"/>
                </a:avLst>
              </a:prstGeom>
              <a:solidFill>
                <a:srgbClr val="29B6A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ko-KR" sz="1000" u="none" cap="none" strike="noStrike">
                    <a:solidFill>
                      <a:schemeClr val="lt1"/>
                    </a:solidFill>
                    <a:latin typeface="Calibri"/>
                    <a:ea typeface="Calibri"/>
                    <a:cs typeface="Calibri"/>
                    <a:sym typeface="Calibri"/>
                  </a:rPr>
                  <a:t>단계명(분)  or  차시</a:t>
                </a:r>
                <a:endParaRPr b="0" i="0" sz="1400" u="none" cap="none" strike="noStrike">
                  <a:solidFill>
                    <a:srgbClr val="000000"/>
                  </a:solidFill>
                  <a:latin typeface="Arial"/>
                  <a:ea typeface="Arial"/>
                  <a:cs typeface="Arial"/>
                  <a:sym typeface="Arial"/>
                </a:endParaRPr>
              </a:p>
            </p:txBody>
          </p:sp>
        </p:grpSp>
      </p:grpSp>
      <p:grpSp>
        <p:nvGrpSpPr>
          <p:cNvPr id="252" name="Google Shape;252;g3f3b1709a98_0_74"/>
          <p:cNvGrpSpPr/>
          <p:nvPr/>
        </p:nvGrpSpPr>
        <p:grpSpPr>
          <a:xfrm>
            <a:off x="9949940" y="3032612"/>
            <a:ext cx="1873013" cy="1994104"/>
            <a:chOff x="936601" y="4046957"/>
            <a:chExt cx="1721203" cy="1994104"/>
          </a:xfrm>
        </p:grpSpPr>
        <p:sp>
          <p:nvSpPr>
            <p:cNvPr id="253" name="Google Shape;253;g3f3b1709a98_0_74"/>
            <p:cNvSpPr/>
            <p:nvPr/>
          </p:nvSpPr>
          <p:spPr>
            <a:xfrm>
              <a:off x="936704" y="5374461"/>
              <a:ext cx="1721100" cy="666600"/>
            </a:xfrm>
            <a:prstGeom prst="roundRect">
              <a:avLst>
                <a:gd fmla="val 6381" name="adj"/>
              </a:avLst>
            </a:prstGeom>
            <a:solidFill>
              <a:srgbClr val="FFF3F4"/>
            </a:solidFill>
            <a:ln cap="flat" cmpd="sng" w="12700">
              <a:solidFill>
                <a:srgbClr val="FF5364"/>
              </a:solidFill>
              <a:prstDash val="solid"/>
              <a:miter lim="80"/>
              <a:headEnd len="sm" w="sm" type="none"/>
              <a:tailEnd len="sm" w="sm" type="none"/>
            </a:ln>
          </p:spPr>
          <p:txBody>
            <a:bodyPr anchorCtr="0" anchor="ctr" bIns="0" lIns="0" spcFirstLastPara="1" rIns="0" wrap="square" tIns="0">
              <a:noAutofit/>
            </a:bodyPr>
            <a:lstStyle/>
            <a:p>
              <a:pPr indent="0" lvl="0" marL="85725" marR="0" rtl="0" algn="l">
                <a:lnSpc>
                  <a:spcPct val="110000"/>
                </a:lnSpc>
                <a:spcBef>
                  <a:spcPts val="0"/>
                </a:spcBef>
                <a:spcAft>
                  <a:spcPts val="0"/>
                </a:spcAft>
                <a:buClr>
                  <a:srgbClr val="000000"/>
                </a:buClr>
                <a:buSzPts val="1000"/>
                <a:buFont typeface="Arial"/>
                <a:buNone/>
              </a:pPr>
              <a:r>
                <a:rPr b="1" i="0" lang="ko-KR" sz="1000" u="none" cap="none" strike="noStrike">
                  <a:solidFill>
                    <a:schemeClr val="dk1"/>
                  </a:solidFill>
                  <a:latin typeface="Calibri"/>
                  <a:ea typeface="Calibri"/>
                  <a:cs typeface="Calibri"/>
                  <a:sym typeface="Calibri"/>
                </a:rPr>
                <a:t>도구: </a:t>
              </a:r>
              <a:endParaRPr b="0" i="0" sz="1400" u="none" cap="none" strike="noStrike">
                <a:solidFill>
                  <a:srgbClr val="000000"/>
                </a:solidFill>
                <a:latin typeface="Arial"/>
                <a:ea typeface="Arial"/>
                <a:cs typeface="Arial"/>
                <a:sym typeface="Arial"/>
              </a:endParaRPr>
            </a:p>
            <a:p>
              <a:pPr indent="0" lvl="0" marL="85725" marR="0" rtl="0" algn="l">
                <a:lnSpc>
                  <a:spcPct val="110000"/>
                </a:lnSpc>
                <a:spcBef>
                  <a:spcPts val="0"/>
                </a:spcBef>
                <a:spcAft>
                  <a:spcPts val="0"/>
                </a:spcAft>
                <a:buClr>
                  <a:srgbClr val="000000"/>
                </a:buClr>
                <a:buSzPts val="1000"/>
                <a:buFont typeface="Arial"/>
                <a:buNone/>
              </a:pPr>
              <a:r>
                <a:rPr b="1" i="0" lang="ko-KR" sz="1000" u="none" cap="none" strike="noStrike">
                  <a:solidFill>
                    <a:schemeClr val="dk1"/>
                  </a:solidFill>
                  <a:latin typeface="Calibri"/>
                  <a:ea typeface="Calibri"/>
                  <a:cs typeface="Calibri"/>
                  <a:sym typeface="Calibri"/>
                </a:rPr>
                <a:t>역할: </a:t>
              </a:r>
              <a:endParaRPr b="1" i="0" sz="1000" u="none" cap="none" strike="noStrike">
                <a:solidFill>
                  <a:schemeClr val="dk1"/>
                </a:solidFill>
                <a:latin typeface="Calibri"/>
                <a:ea typeface="Calibri"/>
                <a:cs typeface="Calibri"/>
                <a:sym typeface="Calibri"/>
              </a:endParaRPr>
            </a:p>
          </p:txBody>
        </p:sp>
        <p:grpSp>
          <p:nvGrpSpPr>
            <p:cNvPr id="254" name="Google Shape;254;g3f3b1709a98_0_74"/>
            <p:cNvGrpSpPr/>
            <p:nvPr/>
          </p:nvGrpSpPr>
          <p:grpSpPr>
            <a:xfrm>
              <a:off x="936601" y="4046957"/>
              <a:ext cx="1720935" cy="1257249"/>
              <a:chOff x="2194117" y="4892040"/>
              <a:chExt cx="1381500" cy="1257249"/>
            </a:xfrm>
          </p:grpSpPr>
          <p:sp>
            <p:nvSpPr>
              <p:cNvPr id="243" name="Google Shape;243;g3f3b1709a98_0_74"/>
              <p:cNvSpPr/>
              <p:nvPr/>
            </p:nvSpPr>
            <p:spPr>
              <a:xfrm>
                <a:off x="2194117" y="5023389"/>
                <a:ext cx="1381500" cy="1125900"/>
              </a:xfrm>
              <a:prstGeom prst="roundRect">
                <a:avLst>
                  <a:gd fmla="val 5951" name="adj"/>
                </a:avLst>
              </a:prstGeom>
              <a:solidFill>
                <a:schemeClr val="lt1"/>
              </a:solidFill>
              <a:ln cap="flat" cmpd="sng" w="19050">
                <a:solidFill>
                  <a:srgbClr val="FF5364"/>
                </a:solidFill>
                <a:prstDash val="solid"/>
                <a:miter lim="80"/>
                <a:headEnd len="sm" w="sm" type="none"/>
                <a:tailEnd len="sm" w="sm" type="none"/>
              </a:ln>
            </p:spPr>
            <p:txBody>
              <a:bodyPr anchorCtr="0" anchor="t" bIns="0" lIns="0" spcFirstLastPara="1" rIns="0" wrap="square" tIns="144000">
                <a:noAutofit/>
              </a:bodyPr>
              <a:lstStyle/>
              <a:p>
                <a:pPr indent="0" lvl="0" marL="0" marR="0" rtl="0" algn="ctr">
                  <a:lnSpc>
                    <a:spcPct val="130000"/>
                  </a:lnSpc>
                  <a:spcBef>
                    <a:spcPts val="0"/>
                  </a:spcBef>
                  <a:spcAft>
                    <a:spcPts val="0"/>
                  </a:spcAft>
                  <a:buClr>
                    <a:srgbClr val="000000"/>
                  </a:buClr>
                  <a:buSzPts val="1000"/>
                  <a:buFont typeface="Arial"/>
                  <a:buNone/>
                </a:pPr>
                <a:r>
                  <a:rPr b="1" i="0" lang="ko-KR" sz="1000" u="none" cap="none" strike="noStrike">
                    <a:solidFill>
                      <a:schemeClr val="dk1"/>
                    </a:solidFill>
                    <a:latin typeface="Calibri"/>
                    <a:ea typeface="Calibri"/>
                    <a:cs typeface="Calibri"/>
                    <a:sym typeface="Calibri"/>
                  </a:rPr>
                  <a:t>활동제목</a:t>
                </a:r>
                <a:endParaRPr b="1" i="0" sz="10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000000"/>
                  </a:buClr>
                  <a:buSzPts val="1000"/>
                  <a:buFont typeface="Arial"/>
                  <a:buNone/>
                </a:pPr>
                <a:r>
                  <a:rPr b="0" i="0" lang="ko-KR" sz="1000" u="none" cap="none" strike="noStrike">
                    <a:solidFill>
                      <a:schemeClr val="dk1"/>
                    </a:solidFill>
                    <a:latin typeface="Calibri"/>
                    <a:ea typeface="Calibri"/>
                    <a:cs typeface="Calibri"/>
                    <a:sym typeface="Calibri"/>
                  </a:rPr>
                  <a:t> ▪ 교사 활동</a:t>
                </a:r>
                <a:endParaRPr b="0" i="0" sz="10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000000"/>
                  </a:buClr>
                  <a:buSzPts val="1000"/>
                  <a:buFont typeface="Arial"/>
                  <a:buNone/>
                </a:pPr>
                <a:r>
                  <a:rPr b="0" i="0" lang="ko-KR" sz="1000" u="none" cap="none" strike="noStrike">
                    <a:solidFill>
                      <a:schemeClr val="dk1"/>
                    </a:solidFill>
                    <a:latin typeface="Calibri"/>
                    <a:ea typeface="Calibri"/>
                    <a:cs typeface="Calibri"/>
                    <a:sym typeface="Calibri"/>
                  </a:rPr>
                  <a:t>   - 학생 활동</a:t>
                </a:r>
                <a:endParaRPr b="0" i="0" sz="10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000000"/>
                  </a:buClr>
                  <a:buSzPts val="1000"/>
                  <a:buFont typeface="Arial"/>
                  <a:buNone/>
                </a:pPr>
                <a:r>
                  <a:rPr b="0" i="0" lang="ko-KR" sz="1000" u="none" cap="none" strike="noStrike">
                    <a:solidFill>
                      <a:schemeClr val="dk1"/>
                    </a:solidFill>
                    <a:latin typeface="Calibri"/>
                    <a:ea typeface="Calibri"/>
                    <a:cs typeface="Calibri"/>
                    <a:sym typeface="Calibri"/>
                  </a:rPr>
                  <a:t>   - 학생 활동</a:t>
                </a:r>
                <a:endParaRPr b="0" i="0" sz="1000" u="none" cap="none" strike="noStrike">
                  <a:solidFill>
                    <a:schemeClr val="dk1"/>
                  </a:solidFill>
                  <a:latin typeface="Calibri"/>
                  <a:ea typeface="Calibri"/>
                  <a:cs typeface="Calibri"/>
                  <a:sym typeface="Calibri"/>
                </a:endParaRPr>
              </a:p>
            </p:txBody>
          </p:sp>
          <p:sp>
            <p:nvSpPr>
              <p:cNvPr id="255" name="Google Shape;255;g3f3b1709a98_0_74"/>
              <p:cNvSpPr/>
              <p:nvPr/>
            </p:nvSpPr>
            <p:spPr>
              <a:xfrm>
                <a:off x="2274652" y="4892040"/>
                <a:ext cx="1221900" cy="264300"/>
              </a:xfrm>
              <a:prstGeom prst="roundRect">
                <a:avLst>
                  <a:gd fmla="val 50000" name="adj"/>
                </a:avLst>
              </a:prstGeom>
              <a:solidFill>
                <a:srgbClr val="FF536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ko-KR" sz="1000" u="none" cap="none" strike="noStrike">
                    <a:solidFill>
                      <a:schemeClr val="lt1"/>
                    </a:solidFill>
                    <a:latin typeface="Calibri"/>
                    <a:ea typeface="Calibri"/>
                    <a:cs typeface="Calibri"/>
                    <a:sym typeface="Calibri"/>
                  </a:rPr>
                  <a:t>단계명(분)  or  차시</a:t>
                </a:r>
                <a:endParaRPr b="0" i="0" sz="1400" u="none" cap="none" strike="noStrike">
                  <a:solidFill>
                    <a:srgbClr val="000000"/>
                  </a:solidFill>
                  <a:latin typeface="Arial"/>
                  <a:ea typeface="Arial"/>
                  <a:cs typeface="Arial"/>
                  <a:sym typeface="Arial"/>
                </a:endParaRPr>
              </a:p>
            </p:txBody>
          </p:sp>
        </p:grpSp>
      </p:grpSp>
      <p:grpSp>
        <p:nvGrpSpPr>
          <p:cNvPr id="256" name="Google Shape;256;g3f3b1709a98_0_74"/>
          <p:cNvGrpSpPr/>
          <p:nvPr/>
        </p:nvGrpSpPr>
        <p:grpSpPr>
          <a:xfrm>
            <a:off x="6750234" y="3817755"/>
            <a:ext cx="1873013" cy="2513252"/>
            <a:chOff x="936601" y="4046957"/>
            <a:chExt cx="1721203" cy="2513252"/>
          </a:xfrm>
        </p:grpSpPr>
        <p:sp>
          <p:nvSpPr>
            <p:cNvPr id="257" name="Google Shape;257;g3f3b1709a98_0_74"/>
            <p:cNvSpPr/>
            <p:nvPr/>
          </p:nvSpPr>
          <p:spPr>
            <a:xfrm>
              <a:off x="936704" y="5893609"/>
              <a:ext cx="1721100" cy="666600"/>
            </a:xfrm>
            <a:prstGeom prst="roundRect">
              <a:avLst>
                <a:gd fmla="val 6381" name="adj"/>
              </a:avLst>
            </a:prstGeom>
            <a:solidFill>
              <a:srgbClr val="FFF7DD"/>
            </a:solidFill>
            <a:ln cap="flat" cmpd="sng" w="12700">
              <a:solidFill>
                <a:srgbClr val="FFC000"/>
              </a:solidFill>
              <a:prstDash val="solid"/>
              <a:miter lim="80"/>
              <a:headEnd len="sm" w="sm" type="none"/>
              <a:tailEnd len="sm" w="sm" type="none"/>
            </a:ln>
          </p:spPr>
          <p:txBody>
            <a:bodyPr anchorCtr="0" anchor="ctr" bIns="0" lIns="0" spcFirstLastPara="1" rIns="0" wrap="square" tIns="0">
              <a:noAutofit/>
            </a:bodyPr>
            <a:lstStyle/>
            <a:p>
              <a:pPr indent="0" lvl="0" marL="85725" marR="0" rtl="0" algn="l">
                <a:lnSpc>
                  <a:spcPct val="110000"/>
                </a:lnSpc>
                <a:spcBef>
                  <a:spcPts val="0"/>
                </a:spcBef>
                <a:spcAft>
                  <a:spcPts val="0"/>
                </a:spcAft>
                <a:buClr>
                  <a:srgbClr val="000000"/>
                </a:buClr>
                <a:buSzPts val="1000"/>
                <a:buFont typeface="Arial"/>
                <a:buNone/>
              </a:pPr>
              <a:r>
                <a:rPr b="1" i="0" lang="ko-KR" sz="1000" u="none" cap="none" strike="noStrike">
                  <a:solidFill>
                    <a:schemeClr val="dk1"/>
                  </a:solidFill>
                  <a:latin typeface="Calibri"/>
                  <a:ea typeface="Calibri"/>
                  <a:cs typeface="Calibri"/>
                  <a:sym typeface="Calibri"/>
                </a:rPr>
                <a:t>도구: </a:t>
              </a:r>
              <a:endParaRPr b="0" i="0" sz="1400" u="none" cap="none" strike="noStrike">
                <a:solidFill>
                  <a:srgbClr val="000000"/>
                </a:solidFill>
                <a:latin typeface="Arial"/>
                <a:ea typeface="Arial"/>
                <a:cs typeface="Arial"/>
                <a:sym typeface="Arial"/>
              </a:endParaRPr>
            </a:p>
            <a:p>
              <a:pPr indent="0" lvl="0" marL="85725" marR="0" rtl="0" algn="l">
                <a:lnSpc>
                  <a:spcPct val="110000"/>
                </a:lnSpc>
                <a:spcBef>
                  <a:spcPts val="0"/>
                </a:spcBef>
                <a:spcAft>
                  <a:spcPts val="0"/>
                </a:spcAft>
                <a:buClr>
                  <a:srgbClr val="000000"/>
                </a:buClr>
                <a:buSzPts val="1000"/>
                <a:buFont typeface="Arial"/>
                <a:buNone/>
              </a:pPr>
              <a:r>
                <a:rPr b="1" i="0" lang="ko-KR" sz="1000" u="none" cap="none" strike="noStrike">
                  <a:solidFill>
                    <a:schemeClr val="dk1"/>
                  </a:solidFill>
                  <a:latin typeface="Calibri"/>
                  <a:ea typeface="Calibri"/>
                  <a:cs typeface="Calibri"/>
                  <a:sym typeface="Calibri"/>
                </a:rPr>
                <a:t>역할: </a:t>
              </a:r>
              <a:endParaRPr b="1" i="0" sz="1000" u="none" cap="none" strike="noStrike">
                <a:solidFill>
                  <a:schemeClr val="dk1"/>
                </a:solidFill>
                <a:latin typeface="Calibri"/>
                <a:ea typeface="Calibri"/>
                <a:cs typeface="Calibri"/>
                <a:sym typeface="Calibri"/>
              </a:endParaRPr>
            </a:p>
          </p:txBody>
        </p:sp>
        <p:grpSp>
          <p:nvGrpSpPr>
            <p:cNvPr id="258" name="Google Shape;258;g3f3b1709a98_0_74"/>
            <p:cNvGrpSpPr/>
            <p:nvPr/>
          </p:nvGrpSpPr>
          <p:grpSpPr>
            <a:xfrm>
              <a:off x="936601" y="4046957"/>
              <a:ext cx="1720935" cy="1778649"/>
              <a:chOff x="2194117" y="4892040"/>
              <a:chExt cx="1381500" cy="1778649"/>
            </a:xfrm>
          </p:grpSpPr>
          <p:sp>
            <p:nvSpPr>
              <p:cNvPr id="241" name="Google Shape;241;g3f3b1709a98_0_74"/>
              <p:cNvSpPr/>
              <p:nvPr/>
            </p:nvSpPr>
            <p:spPr>
              <a:xfrm>
                <a:off x="2194117" y="5023389"/>
                <a:ext cx="1381500" cy="1647300"/>
              </a:xfrm>
              <a:prstGeom prst="roundRect">
                <a:avLst>
                  <a:gd fmla="val 5951" name="adj"/>
                </a:avLst>
              </a:prstGeom>
              <a:solidFill>
                <a:schemeClr val="lt1"/>
              </a:solidFill>
              <a:ln cap="flat" cmpd="sng" w="19050">
                <a:solidFill>
                  <a:srgbClr val="FFC000"/>
                </a:solidFill>
                <a:prstDash val="solid"/>
                <a:miter lim="80"/>
                <a:headEnd len="sm" w="sm" type="none"/>
                <a:tailEnd len="sm" w="sm" type="none"/>
              </a:ln>
            </p:spPr>
            <p:txBody>
              <a:bodyPr anchorCtr="0" anchor="t" bIns="0" lIns="0" spcFirstLastPara="1" rIns="0" wrap="square" tIns="144000">
                <a:noAutofit/>
              </a:bodyPr>
              <a:lstStyle/>
              <a:p>
                <a:pPr indent="0" lvl="0" marL="0" marR="0" rtl="0" algn="ctr">
                  <a:lnSpc>
                    <a:spcPct val="130000"/>
                  </a:lnSpc>
                  <a:spcBef>
                    <a:spcPts val="0"/>
                  </a:spcBef>
                  <a:spcAft>
                    <a:spcPts val="0"/>
                  </a:spcAft>
                  <a:buClr>
                    <a:srgbClr val="000000"/>
                  </a:buClr>
                  <a:buSzPts val="1000"/>
                  <a:buFont typeface="Arial"/>
                  <a:buNone/>
                </a:pPr>
                <a:r>
                  <a:rPr b="1" i="0" lang="ko-KR" sz="1000" u="none" cap="none" strike="noStrike">
                    <a:solidFill>
                      <a:schemeClr val="dk1"/>
                    </a:solidFill>
                    <a:latin typeface="Calibri"/>
                    <a:ea typeface="Calibri"/>
                    <a:cs typeface="Calibri"/>
                    <a:sym typeface="Calibri"/>
                  </a:rPr>
                  <a:t>활동제목</a:t>
                </a:r>
                <a:endParaRPr b="1" i="0" sz="10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000000"/>
                  </a:buClr>
                  <a:buSzPts val="1000"/>
                  <a:buFont typeface="Arial"/>
                  <a:buNone/>
                </a:pPr>
                <a:r>
                  <a:rPr b="0" i="0" lang="ko-KR" sz="1000" u="none" cap="none" strike="noStrike">
                    <a:solidFill>
                      <a:schemeClr val="dk1"/>
                    </a:solidFill>
                    <a:latin typeface="Calibri"/>
                    <a:ea typeface="Calibri"/>
                    <a:cs typeface="Calibri"/>
                    <a:sym typeface="Calibri"/>
                  </a:rPr>
                  <a:t> ▪ 교사 활동</a:t>
                </a:r>
                <a:endParaRPr b="0" i="0" sz="10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000000"/>
                  </a:buClr>
                  <a:buSzPts val="1000"/>
                  <a:buFont typeface="Arial"/>
                  <a:buNone/>
                </a:pPr>
                <a:r>
                  <a:rPr b="0" i="0" lang="ko-KR" sz="1000" u="none" cap="none" strike="noStrike">
                    <a:solidFill>
                      <a:schemeClr val="dk1"/>
                    </a:solidFill>
                    <a:latin typeface="Calibri"/>
                    <a:ea typeface="Calibri"/>
                    <a:cs typeface="Calibri"/>
                    <a:sym typeface="Calibri"/>
                  </a:rPr>
                  <a:t>   - 학생 활동</a:t>
                </a:r>
                <a:endParaRPr b="0" i="0" sz="10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000000"/>
                  </a:buClr>
                  <a:buSzPts val="1000"/>
                  <a:buFont typeface="Arial"/>
                  <a:buNone/>
                </a:pPr>
                <a:r>
                  <a:rPr b="0" i="0" lang="ko-KR" sz="1000" u="none" cap="none" strike="noStrike">
                    <a:solidFill>
                      <a:schemeClr val="dk1"/>
                    </a:solidFill>
                    <a:latin typeface="Calibri"/>
                    <a:ea typeface="Calibri"/>
                    <a:cs typeface="Calibri"/>
                    <a:sym typeface="Calibri"/>
                  </a:rPr>
                  <a:t> - 학생 활동</a:t>
                </a:r>
                <a:endParaRPr b="0" i="0" sz="10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000000"/>
                  </a:buClr>
                  <a:buSzPts val="1000"/>
                  <a:buFont typeface="Arial"/>
                  <a:buNone/>
                </a:pPr>
                <a:r>
                  <a:rPr b="0" i="0" lang="ko-KR" sz="1000" u="none" cap="none" strike="noStrike">
                    <a:solidFill>
                      <a:schemeClr val="dk1"/>
                    </a:solidFill>
                    <a:latin typeface="Calibri"/>
                    <a:ea typeface="Calibri"/>
                    <a:cs typeface="Calibri"/>
                    <a:sym typeface="Calibri"/>
                  </a:rPr>
                  <a:t> ▪ 교사 활동</a:t>
                </a:r>
                <a:endParaRPr b="0" i="0" sz="10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000000"/>
                  </a:buClr>
                  <a:buSzPts val="1000"/>
                  <a:buFont typeface="Arial"/>
                  <a:buNone/>
                </a:pPr>
                <a:r>
                  <a:rPr b="0" i="0" lang="ko-KR" sz="1000" u="none" cap="none" strike="noStrike">
                    <a:solidFill>
                      <a:schemeClr val="dk1"/>
                    </a:solidFill>
                    <a:latin typeface="Calibri"/>
                    <a:ea typeface="Calibri"/>
                    <a:cs typeface="Calibri"/>
                    <a:sym typeface="Calibri"/>
                  </a:rPr>
                  <a:t>   - 학생 활동</a:t>
                </a:r>
                <a:endParaRPr b="0" i="0" sz="10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000000"/>
                  </a:buClr>
                  <a:buSzPts val="1000"/>
                  <a:buFont typeface="Arial"/>
                  <a:buNone/>
                </a:pPr>
                <a:r>
                  <a:rPr b="0" i="0" lang="ko-KR" sz="1000" u="none" cap="none" strike="noStrike">
                    <a:solidFill>
                      <a:schemeClr val="dk1"/>
                    </a:solidFill>
                    <a:latin typeface="Calibri"/>
                    <a:ea typeface="Calibri"/>
                    <a:cs typeface="Calibri"/>
                    <a:sym typeface="Calibri"/>
                  </a:rPr>
                  <a:t>   - 학생 활동</a:t>
                </a:r>
                <a:endParaRPr b="0" i="0" sz="1000" u="none" cap="none" strike="noStrike">
                  <a:solidFill>
                    <a:schemeClr val="dk1"/>
                  </a:solidFill>
                  <a:latin typeface="Calibri"/>
                  <a:ea typeface="Calibri"/>
                  <a:cs typeface="Calibri"/>
                  <a:sym typeface="Calibri"/>
                </a:endParaRPr>
              </a:p>
            </p:txBody>
          </p:sp>
          <p:sp>
            <p:nvSpPr>
              <p:cNvPr id="259" name="Google Shape;259;g3f3b1709a98_0_74"/>
              <p:cNvSpPr/>
              <p:nvPr/>
            </p:nvSpPr>
            <p:spPr>
              <a:xfrm>
                <a:off x="2274652" y="4892040"/>
                <a:ext cx="1221900" cy="264300"/>
              </a:xfrm>
              <a:prstGeom prst="roundRect">
                <a:avLst>
                  <a:gd fmla="val 50000" name="adj"/>
                </a:avLst>
              </a:prstGeom>
              <a:solidFill>
                <a:srgbClr val="FFC0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ko-KR" sz="1000" u="none" cap="none" strike="noStrike">
                    <a:solidFill>
                      <a:schemeClr val="lt1"/>
                    </a:solidFill>
                    <a:latin typeface="Calibri"/>
                    <a:ea typeface="Calibri"/>
                    <a:cs typeface="Calibri"/>
                    <a:sym typeface="Calibri"/>
                  </a:rPr>
                  <a:t>단계명(분)  or  차시</a:t>
                </a:r>
                <a:endParaRPr b="0" i="0" sz="1400" u="none" cap="none" strike="noStrike">
                  <a:solidFill>
                    <a:srgbClr val="000000"/>
                  </a:solidFill>
                  <a:latin typeface="Arial"/>
                  <a:ea typeface="Arial"/>
                  <a:cs typeface="Arial"/>
                  <a:sym typeface="Arial"/>
                </a:endParaRPr>
              </a:p>
            </p:txBody>
          </p:sp>
        </p:grpSp>
      </p:grpSp>
      <p:grpSp>
        <p:nvGrpSpPr>
          <p:cNvPr id="260" name="Google Shape;260;g3f3b1709a98_0_74"/>
          <p:cNvGrpSpPr/>
          <p:nvPr/>
        </p:nvGrpSpPr>
        <p:grpSpPr>
          <a:xfrm>
            <a:off x="347851" y="4582151"/>
            <a:ext cx="328286" cy="474651"/>
            <a:chOff x="347851" y="4186705"/>
            <a:chExt cx="328286" cy="474651"/>
          </a:xfrm>
        </p:grpSpPr>
        <p:pic>
          <p:nvPicPr>
            <p:cNvPr id="261" name="Google Shape;261;g3f3b1709a98_0_74"/>
            <p:cNvPicPr preferRelativeResize="0"/>
            <p:nvPr/>
          </p:nvPicPr>
          <p:blipFill rotWithShape="1">
            <a:blip r:embed="rId3">
              <a:alphaModFix/>
            </a:blip>
            <a:srcRect b="0" l="0" r="0" t="0"/>
            <a:stretch/>
          </p:blipFill>
          <p:spPr>
            <a:xfrm>
              <a:off x="347851" y="4186705"/>
              <a:ext cx="328286" cy="328284"/>
            </a:xfrm>
            <a:prstGeom prst="rect">
              <a:avLst/>
            </a:prstGeom>
            <a:noFill/>
            <a:ln>
              <a:noFill/>
            </a:ln>
          </p:spPr>
        </p:pic>
        <p:sp>
          <p:nvSpPr>
            <p:cNvPr id="262" name="Google Shape;262;g3f3b1709a98_0_74"/>
            <p:cNvSpPr txBox="1"/>
            <p:nvPr/>
          </p:nvSpPr>
          <p:spPr>
            <a:xfrm>
              <a:off x="358105" y="4476556"/>
              <a:ext cx="307800" cy="1848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200"/>
                <a:buFont typeface="Arial"/>
                <a:buNone/>
              </a:pPr>
              <a:r>
                <a:rPr b="1" i="0" lang="ko-KR" sz="1200" u="none" cap="none" strike="noStrike">
                  <a:solidFill>
                    <a:schemeClr val="dk1"/>
                  </a:solidFill>
                  <a:latin typeface="Calibri"/>
                  <a:ea typeface="Calibri"/>
                  <a:cs typeface="Calibri"/>
                  <a:sym typeface="Calibri"/>
                </a:rPr>
                <a:t>모둠</a:t>
              </a:r>
              <a:endParaRPr b="1" i="0" sz="1200" u="none" cap="none" strike="noStrike">
                <a:solidFill>
                  <a:schemeClr val="dk1"/>
                </a:solidFill>
                <a:latin typeface="Calibri"/>
                <a:ea typeface="Calibri"/>
                <a:cs typeface="Calibri"/>
                <a:sym typeface="Calibri"/>
              </a:endParaRPr>
            </a:p>
          </p:txBody>
        </p:sp>
      </p:grpSp>
      <p:grpSp>
        <p:nvGrpSpPr>
          <p:cNvPr id="263" name="Google Shape;263;g3f3b1709a98_0_74"/>
          <p:cNvGrpSpPr/>
          <p:nvPr/>
        </p:nvGrpSpPr>
        <p:grpSpPr>
          <a:xfrm>
            <a:off x="358108" y="5609243"/>
            <a:ext cx="307800" cy="413361"/>
            <a:chOff x="358105" y="5273056"/>
            <a:chExt cx="307800" cy="413361"/>
          </a:xfrm>
        </p:grpSpPr>
        <p:pic>
          <p:nvPicPr>
            <p:cNvPr descr="preencoded.png" id="264" name="Google Shape;264;g3f3b1709a98_0_74"/>
            <p:cNvPicPr preferRelativeResize="0"/>
            <p:nvPr/>
          </p:nvPicPr>
          <p:blipFill rotWithShape="1">
            <a:blip r:embed="rId4">
              <a:alphaModFix/>
            </a:blip>
            <a:srcRect b="0" l="0" r="0" t="0"/>
            <a:stretch/>
          </p:blipFill>
          <p:spPr>
            <a:xfrm>
              <a:off x="398968" y="5273056"/>
              <a:ext cx="222538" cy="222538"/>
            </a:xfrm>
            <a:prstGeom prst="rect">
              <a:avLst/>
            </a:prstGeom>
            <a:noFill/>
            <a:ln>
              <a:noFill/>
            </a:ln>
          </p:spPr>
        </p:pic>
        <p:sp>
          <p:nvSpPr>
            <p:cNvPr id="265" name="Google Shape;265;g3f3b1709a98_0_74"/>
            <p:cNvSpPr txBox="1"/>
            <p:nvPr/>
          </p:nvSpPr>
          <p:spPr>
            <a:xfrm>
              <a:off x="358105" y="5501617"/>
              <a:ext cx="307800" cy="1848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200"/>
                <a:buFont typeface="Arial"/>
                <a:buNone/>
              </a:pPr>
              <a:r>
                <a:rPr b="1" i="0" lang="ko-KR" sz="1200" u="none" cap="none" strike="noStrike">
                  <a:solidFill>
                    <a:schemeClr val="dk1"/>
                  </a:solidFill>
                  <a:latin typeface="Calibri"/>
                  <a:ea typeface="Calibri"/>
                  <a:cs typeface="Calibri"/>
                  <a:sym typeface="Calibri"/>
                </a:rPr>
                <a:t>개별</a:t>
              </a:r>
              <a:endParaRPr b="1" i="0" sz="1200" u="none" cap="none" strike="noStrike">
                <a:solidFill>
                  <a:schemeClr val="dk1"/>
                </a:solidFill>
                <a:latin typeface="Calibri"/>
                <a:ea typeface="Calibri"/>
                <a:cs typeface="Calibri"/>
                <a:sym typeface="Calibri"/>
              </a:endParaRPr>
            </a:p>
          </p:txBody>
        </p:sp>
      </p:grpSp>
      <p:sp>
        <p:nvSpPr>
          <p:cNvPr id="266" name="Google Shape;266;g3f3b1709a98_0_74"/>
          <p:cNvSpPr txBox="1"/>
          <p:nvPr/>
        </p:nvSpPr>
        <p:spPr>
          <a:xfrm>
            <a:off x="294812" y="3003885"/>
            <a:ext cx="492300" cy="4617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200"/>
              <a:buFont typeface="Arial"/>
              <a:buNone/>
            </a:pPr>
            <a:r>
              <a:rPr b="1" i="0" lang="ko-KR" sz="1200" u="none" cap="none" strike="noStrike">
                <a:solidFill>
                  <a:schemeClr val="dk1"/>
                </a:solidFill>
                <a:latin typeface="Calibri"/>
                <a:ea typeface="Calibri"/>
                <a:cs typeface="Calibri"/>
                <a:sym typeface="Calibri"/>
              </a:rPr>
              <a:t>학습</a:t>
            </a:r>
            <a:endParaRPr b="1" i="0" sz="1200" u="none" cap="none" strike="noStrike">
              <a:solidFill>
                <a:schemeClr val="dk1"/>
              </a:solidFill>
              <a:latin typeface="Calibri"/>
              <a:ea typeface="Calibri"/>
              <a:cs typeface="Calibri"/>
              <a:sym typeface="Calibri"/>
            </a:endParaRPr>
          </a:p>
          <a:p>
            <a:pPr indent="0" lvl="0" marL="0" marR="0" rtl="0" algn="r">
              <a:lnSpc>
                <a:spcPct val="100000"/>
              </a:lnSpc>
              <a:spcBef>
                <a:spcPts val="0"/>
              </a:spcBef>
              <a:spcAft>
                <a:spcPts val="0"/>
              </a:spcAft>
              <a:buClr>
                <a:srgbClr val="000000"/>
              </a:buClr>
              <a:buSzPts val="1200"/>
              <a:buFont typeface="Arial"/>
              <a:buNone/>
            </a:pPr>
            <a:r>
              <a:rPr b="1" i="0" lang="ko-KR" sz="1200" u="none" cap="none" strike="noStrike">
                <a:solidFill>
                  <a:schemeClr val="dk1"/>
                </a:solidFill>
                <a:latin typeface="Calibri"/>
                <a:ea typeface="Calibri"/>
                <a:cs typeface="Calibri"/>
                <a:sym typeface="Calibri"/>
              </a:rPr>
              <a:t>형태</a:t>
            </a:r>
            <a:endParaRPr b="0" i="0" sz="1400" u="none" cap="none" strike="noStrike">
              <a:solidFill>
                <a:srgbClr val="000000"/>
              </a:solidFill>
              <a:latin typeface="Arial"/>
              <a:ea typeface="Arial"/>
              <a:cs typeface="Arial"/>
              <a:sym typeface="Arial"/>
            </a:endParaRPr>
          </a:p>
        </p:txBody>
      </p:sp>
      <p:sp>
        <p:nvSpPr>
          <p:cNvPr id="267" name="Google Shape;267;g3f3b1709a98_0_74"/>
          <p:cNvSpPr/>
          <p:nvPr/>
        </p:nvSpPr>
        <p:spPr>
          <a:xfrm>
            <a:off x="260063" y="2591073"/>
            <a:ext cx="1334700" cy="303300"/>
          </a:xfrm>
          <a:prstGeom prst="roundRect">
            <a:avLst>
              <a:gd fmla="val 50000" name="adj"/>
            </a:avLst>
          </a:prstGeom>
          <a:solidFill>
            <a:srgbClr val="2F559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ko-KR" sz="1200" u="none" cap="none" strike="noStrike">
                <a:solidFill>
                  <a:schemeClr val="lt1"/>
                </a:solidFill>
                <a:latin typeface="Calibri"/>
                <a:ea typeface="Calibri"/>
                <a:cs typeface="Calibri"/>
                <a:sym typeface="Calibri"/>
              </a:rPr>
              <a:t>교수·학습 흐름</a:t>
            </a:r>
            <a:endParaRPr b="0" i="0" sz="1400" u="none" cap="none" strike="noStrike">
              <a:solidFill>
                <a:srgbClr val="000000"/>
              </a:solidFill>
              <a:latin typeface="Arial"/>
              <a:ea typeface="Arial"/>
              <a:cs typeface="Arial"/>
              <a:sym typeface="Arial"/>
            </a:endParaRPr>
          </a:p>
        </p:txBody>
      </p:sp>
      <p:graphicFrame>
        <p:nvGraphicFramePr>
          <p:cNvPr id="268" name="Google Shape;268;g3f3b1709a98_0_74"/>
          <p:cNvGraphicFramePr/>
          <p:nvPr/>
        </p:nvGraphicFramePr>
        <p:xfrm>
          <a:off x="254085" y="7157213"/>
          <a:ext cx="3000000" cy="3000000"/>
        </p:xfrm>
        <a:graphic>
          <a:graphicData uri="http://schemas.openxmlformats.org/drawingml/2006/table">
            <a:tbl>
              <a:tblPr bandRow="1" firstRow="1">
                <a:noFill/>
                <a:tableStyleId>{5440891D-E3CE-4277-AC4C-BF97EED1E2F9}</a:tableStyleId>
              </a:tblPr>
              <a:tblGrid>
                <a:gridCol w="1718550"/>
                <a:gridCol w="1948575"/>
                <a:gridCol w="1948575"/>
                <a:gridCol w="1948575"/>
                <a:gridCol w="1229425"/>
              </a:tblGrid>
              <a:tr h="256425">
                <a:tc rowSpan="2">
                  <a:txBody>
                    <a:bodyPr/>
                    <a:lstStyle/>
                    <a:p>
                      <a:pPr indent="0" lvl="0" marL="0" marR="0" rtl="0" algn="ctr">
                        <a:lnSpc>
                          <a:spcPct val="100000"/>
                        </a:lnSpc>
                        <a:spcBef>
                          <a:spcPts val="0"/>
                        </a:spcBef>
                        <a:spcAft>
                          <a:spcPts val="0"/>
                        </a:spcAft>
                        <a:buClr>
                          <a:srgbClr val="000000"/>
                        </a:buClr>
                        <a:buSzPts val="1100"/>
                        <a:buFont typeface="Arial"/>
                        <a:buNone/>
                      </a:pPr>
                      <a:r>
                        <a:rPr b="1" lang="ko-KR" sz="1100" u="none" cap="none" strike="noStrike">
                          <a:solidFill>
                            <a:schemeClr val="lt1"/>
                          </a:solidFill>
                          <a:latin typeface="Malgun Gothic"/>
                          <a:ea typeface="Malgun Gothic"/>
                          <a:cs typeface="Malgun Gothic"/>
                          <a:sym typeface="Malgun Gothic"/>
                        </a:rPr>
                        <a:t>평가요소</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chemeClr val="lt1"/>
                      </a:solidFill>
                      <a:prstDash val="solid"/>
                      <a:round/>
                      <a:headEnd len="sm" w="sm" type="none"/>
                      <a:tailEnd len="sm" w="sm" type="none"/>
                    </a:lnR>
                    <a:lnT cap="flat" cmpd="sng" w="19050">
                      <a:solidFill>
                        <a:srgbClr val="03A9F4"/>
                      </a:solidFill>
                      <a:prstDash val="solid"/>
                      <a:round/>
                      <a:headEnd len="sm" w="sm" type="none"/>
                      <a:tailEnd len="sm" w="sm" type="none"/>
                    </a:lnT>
                    <a:lnB cap="flat" cmpd="sng" w="9525">
                      <a:solidFill>
                        <a:schemeClr val="lt1"/>
                      </a:solidFill>
                      <a:prstDash val="solid"/>
                      <a:round/>
                      <a:headEnd len="sm" w="sm" type="none"/>
                      <a:tailEnd len="sm" w="sm" type="none"/>
                    </a:lnB>
                    <a:solidFill>
                      <a:srgbClr val="03A9F4"/>
                    </a:solidFill>
                  </a:tcPr>
                </a:tc>
                <a:tc gridSpan="3">
                  <a:txBody>
                    <a:bodyPr/>
                    <a:lstStyle/>
                    <a:p>
                      <a:pPr indent="0" lvl="0" marL="0" marR="0" rtl="0" algn="ctr">
                        <a:lnSpc>
                          <a:spcPct val="100000"/>
                        </a:lnSpc>
                        <a:spcBef>
                          <a:spcPts val="0"/>
                        </a:spcBef>
                        <a:spcAft>
                          <a:spcPts val="0"/>
                        </a:spcAft>
                        <a:buClr>
                          <a:srgbClr val="000000"/>
                        </a:buClr>
                        <a:buSzPts val="1100"/>
                        <a:buFont typeface="Arial"/>
                        <a:buNone/>
                      </a:pPr>
                      <a:r>
                        <a:rPr b="1" lang="ko-KR" sz="1100" u="none" cap="none" strike="noStrike">
                          <a:solidFill>
                            <a:schemeClr val="lt1"/>
                          </a:solidFill>
                          <a:latin typeface="Malgun Gothic"/>
                          <a:ea typeface="Malgun Gothic"/>
                          <a:cs typeface="Malgun Gothic"/>
                          <a:sym typeface="Malgun Gothic"/>
                        </a:rPr>
                        <a:t>피드백</a:t>
                      </a:r>
                      <a:endParaRPr sz="1400" u="none" cap="none" strike="noStrike"/>
                    </a:p>
                  </a:txBody>
                  <a:tcPr marT="45725" marB="45725" marR="9145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19050">
                      <a:solidFill>
                        <a:srgbClr val="03A9F4"/>
                      </a:solidFill>
                      <a:prstDash val="solid"/>
                      <a:round/>
                      <a:headEnd len="sm" w="sm" type="none"/>
                      <a:tailEnd len="sm" w="sm" type="none"/>
                    </a:lnT>
                    <a:lnB cap="flat" cmpd="sng" w="9525">
                      <a:solidFill>
                        <a:schemeClr val="lt1"/>
                      </a:solidFill>
                      <a:prstDash val="solid"/>
                      <a:round/>
                      <a:headEnd len="sm" w="sm" type="none"/>
                      <a:tailEnd len="sm" w="sm" type="none"/>
                    </a:lnB>
                    <a:solidFill>
                      <a:srgbClr val="03A9F4"/>
                    </a:solidFill>
                  </a:tcPr>
                </a:tc>
                <a:tc hMerge="1"/>
                <a:tc hMerge="1"/>
                <a:tc rowSpan="2">
                  <a:txBody>
                    <a:bodyPr/>
                    <a:lstStyle/>
                    <a:p>
                      <a:pPr indent="0" lvl="0" marL="0" marR="0" rtl="0" algn="ctr">
                        <a:lnSpc>
                          <a:spcPct val="100000"/>
                        </a:lnSpc>
                        <a:spcBef>
                          <a:spcPts val="0"/>
                        </a:spcBef>
                        <a:spcAft>
                          <a:spcPts val="0"/>
                        </a:spcAft>
                        <a:buClr>
                          <a:srgbClr val="000000"/>
                        </a:buClr>
                        <a:buSzPts val="1100"/>
                        <a:buFont typeface="Arial"/>
                        <a:buNone/>
                      </a:pPr>
                      <a:r>
                        <a:rPr b="1" lang="ko-KR" sz="1100" u="none" cap="none" strike="noStrike">
                          <a:solidFill>
                            <a:schemeClr val="lt1"/>
                          </a:solidFill>
                          <a:latin typeface="Malgun Gothic"/>
                          <a:ea typeface="Malgun Gothic"/>
                          <a:cs typeface="Malgun Gothic"/>
                          <a:sym typeface="Malgun Gothic"/>
                        </a:rPr>
                        <a:t>평가도구</a:t>
                      </a:r>
                      <a:endParaRPr b="1" sz="1100" u="none" cap="none" strike="noStrike">
                        <a:solidFill>
                          <a:schemeClr val="lt1"/>
                        </a:solidFill>
                        <a:latin typeface="Malgun Gothic"/>
                        <a:ea typeface="Malgun Gothic"/>
                        <a:cs typeface="Malgun Gothic"/>
                        <a:sym typeface="Malgun Gothic"/>
                      </a:endParaRPr>
                    </a:p>
                    <a:p>
                      <a:pPr indent="0" lvl="0" marL="0" marR="0" rtl="0" algn="ctr">
                        <a:lnSpc>
                          <a:spcPct val="100000"/>
                        </a:lnSpc>
                        <a:spcBef>
                          <a:spcPts val="0"/>
                        </a:spcBef>
                        <a:spcAft>
                          <a:spcPts val="0"/>
                        </a:spcAft>
                        <a:buClr>
                          <a:srgbClr val="000000"/>
                        </a:buClr>
                        <a:buSzPts val="1100"/>
                        <a:buFont typeface="Arial"/>
                        <a:buNone/>
                      </a:pPr>
                      <a:r>
                        <a:rPr b="1" lang="ko-KR" sz="1100" u="none" cap="none" strike="noStrike">
                          <a:solidFill>
                            <a:schemeClr val="lt1"/>
                          </a:solidFill>
                          <a:latin typeface="Malgun Gothic"/>
                          <a:ea typeface="Malgun Gothic"/>
                          <a:cs typeface="Malgun Gothic"/>
                          <a:sym typeface="Malgun Gothic"/>
                        </a:rPr>
                        <a:t>(방법)</a:t>
                      </a:r>
                      <a:endParaRPr b="1" sz="1100" u="none" cap="none" strike="noStrike">
                        <a:solidFill>
                          <a:schemeClr val="lt1"/>
                        </a:solidFill>
                        <a:latin typeface="Malgun Gothic"/>
                        <a:ea typeface="Malgun Gothic"/>
                        <a:cs typeface="Malgun Gothic"/>
                        <a:sym typeface="Malgun Gothic"/>
                      </a:endParaRPr>
                    </a:p>
                  </a:txBody>
                  <a:tcPr marT="45725" marB="45725" marR="91450" marL="91450" anchor="ctr">
                    <a:lnL cap="flat" cmpd="sng" w="9525">
                      <a:solidFill>
                        <a:schemeClr val="lt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9050">
                      <a:solidFill>
                        <a:srgbClr val="03A9F4"/>
                      </a:solidFill>
                      <a:prstDash val="solid"/>
                      <a:round/>
                      <a:headEnd len="sm" w="sm" type="none"/>
                      <a:tailEnd len="sm" w="sm" type="none"/>
                    </a:lnT>
                    <a:lnB cap="flat" cmpd="sng" w="9525">
                      <a:solidFill>
                        <a:schemeClr val="lt1"/>
                      </a:solidFill>
                      <a:prstDash val="solid"/>
                      <a:round/>
                      <a:headEnd len="sm" w="sm" type="none"/>
                      <a:tailEnd len="sm" w="sm" type="none"/>
                    </a:lnB>
                    <a:solidFill>
                      <a:srgbClr val="03A9F4"/>
                    </a:solidFill>
                  </a:tcPr>
                </a:tc>
              </a:tr>
              <a:tr h="256425">
                <a:tc vMerge="1"/>
                <a:tc>
                  <a:txBody>
                    <a:bodyPr/>
                    <a:lstStyle/>
                    <a:p>
                      <a:pPr indent="0" lvl="0" marL="0" marR="0" rtl="0" algn="ctr">
                        <a:lnSpc>
                          <a:spcPct val="100000"/>
                        </a:lnSpc>
                        <a:spcBef>
                          <a:spcPts val="0"/>
                        </a:spcBef>
                        <a:spcAft>
                          <a:spcPts val="0"/>
                        </a:spcAft>
                        <a:buClr>
                          <a:srgbClr val="000000"/>
                        </a:buClr>
                        <a:buSzPts val="1100"/>
                        <a:buFont typeface="Arial"/>
                        <a:buNone/>
                      </a:pPr>
                      <a:r>
                        <a:rPr b="1" lang="ko-KR" sz="1100" u="none" cap="none" strike="noStrike">
                          <a:solidFill>
                            <a:schemeClr val="lt1"/>
                          </a:solidFill>
                          <a:latin typeface="Malgun Gothic"/>
                          <a:ea typeface="Malgun Gothic"/>
                          <a:cs typeface="Malgun Gothic"/>
                          <a:sym typeface="Malgun Gothic"/>
                        </a:rPr>
                        <a:t>심화</a:t>
                      </a:r>
                      <a:endParaRPr sz="1400" u="none" cap="none" strike="noStrike"/>
                    </a:p>
                  </a:txBody>
                  <a:tcPr marT="45725" marB="45725" marR="9145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03A9F4"/>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1" lang="ko-KR" sz="1100" u="none" cap="none" strike="noStrike">
                          <a:solidFill>
                            <a:schemeClr val="lt1"/>
                          </a:solidFill>
                          <a:latin typeface="Malgun Gothic"/>
                          <a:ea typeface="Malgun Gothic"/>
                          <a:cs typeface="Malgun Gothic"/>
                          <a:sym typeface="Malgun Gothic"/>
                        </a:rPr>
                        <a:t>기본</a:t>
                      </a:r>
                      <a:endParaRPr sz="1400" u="none" cap="none" strike="noStrike"/>
                    </a:p>
                  </a:txBody>
                  <a:tcPr marT="45725" marB="45725" marR="9145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03A9F4"/>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1" lang="ko-KR" sz="1100" u="none" cap="none" strike="noStrike">
                          <a:solidFill>
                            <a:schemeClr val="lt1"/>
                          </a:solidFill>
                          <a:latin typeface="Malgun Gothic"/>
                          <a:ea typeface="Malgun Gothic"/>
                          <a:cs typeface="Malgun Gothic"/>
                          <a:sym typeface="Malgun Gothic"/>
                        </a:rPr>
                        <a:t>기초 </a:t>
                      </a:r>
                      <a:endParaRPr sz="1400" u="none" cap="none" strike="noStrike"/>
                    </a:p>
                  </a:txBody>
                  <a:tcPr marT="45725" marB="45725" marR="9145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03A9F4"/>
                    </a:solidFill>
                  </a:tcPr>
                </a:tc>
                <a:tc vMerge="1"/>
              </a:tr>
              <a:tr h="533850">
                <a:tc>
                  <a:txBody>
                    <a:bodyPr/>
                    <a:lstStyle/>
                    <a:p>
                      <a:pPr indent="0" lvl="0" marL="0" marR="0" rtl="0" algn="ctr">
                        <a:lnSpc>
                          <a:spcPct val="100000"/>
                        </a:lnSpc>
                        <a:spcBef>
                          <a:spcPts val="0"/>
                        </a:spcBef>
                        <a:spcAft>
                          <a:spcPts val="0"/>
                        </a:spcAft>
                        <a:buClr>
                          <a:srgbClr val="000000"/>
                        </a:buClr>
                        <a:buSzPts val="1100"/>
                        <a:buFont typeface="Arial"/>
                        <a:buNone/>
                      </a:pPr>
                      <a:r>
                        <a:t/>
                      </a:r>
                      <a:endParaRPr b="1" sz="1100" u="none" cap="none" strike="noStrike">
                        <a:solidFill>
                          <a:schemeClr val="dk1"/>
                        </a:solidFill>
                        <a:latin typeface="Malgun Gothic"/>
                        <a:ea typeface="Malgun Gothic"/>
                        <a:cs typeface="Malgun Gothic"/>
                        <a:sym typeface="Malgun Gothic"/>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3A9F4"/>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rgbClr val="03A9F4"/>
                      </a:solidFill>
                      <a:prstDash val="solid"/>
                      <a:round/>
                      <a:headEnd len="sm" w="sm" type="none"/>
                      <a:tailEnd len="sm" w="sm" type="none"/>
                    </a:lnB>
                    <a:solidFill>
                      <a:srgbClr val="D9F3FF"/>
                    </a:solidFill>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b="1" sz="1100" u="none" cap="none" strike="noStrike">
                        <a:solidFill>
                          <a:schemeClr val="dk1"/>
                        </a:solidFill>
                        <a:latin typeface="Malgun Gothic"/>
                        <a:ea typeface="Malgun Gothic"/>
                        <a:cs typeface="Malgun Gothic"/>
                        <a:sym typeface="Malgun Gothic"/>
                      </a:endParaRPr>
                    </a:p>
                  </a:txBody>
                  <a:tcPr marT="45725" marB="45725" marR="91450" marL="91450" anchor="ctr">
                    <a:lnL cap="flat" cmpd="sng" w="9525">
                      <a:solidFill>
                        <a:srgbClr val="03A9F4"/>
                      </a:solidFill>
                      <a:prstDash val="solid"/>
                      <a:round/>
                      <a:headEnd len="sm" w="sm" type="none"/>
                      <a:tailEnd len="sm" w="sm" type="none"/>
                    </a:lnL>
                    <a:lnR cap="flat" cmpd="sng" w="9525">
                      <a:solidFill>
                        <a:srgbClr val="03A9F4"/>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rgbClr val="03A9F4"/>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b="1" sz="1100" u="none" cap="none" strike="noStrike">
                        <a:solidFill>
                          <a:schemeClr val="dk1"/>
                        </a:solidFill>
                        <a:latin typeface="Malgun Gothic"/>
                        <a:ea typeface="Malgun Gothic"/>
                        <a:cs typeface="Malgun Gothic"/>
                        <a:sym typeface="Malgun Gothic"/>
                      </a:endParaRPr>
                    </a:p>
                  </a:txBody>
                  <a:tcPr marT="45725" marB="45725" marR="91450" marL="91450" anchor="ctr">
                    <a:lnL cap="flat" cmpd="sng" w="9525">
                      <a:solidFill>
                        <a:srgbClr val="03A9F4"/>
                      </a:solidFill>
                      <a:prstDash val="solid"/>
                      <a:round/>
                      <a:headEnd len="sm" w="sm" type="none"/>
                      <a:tailEnd len="sm" w="sm" type="none"/>
                    </a:lnL>
                    <a:lnR cap="flat" cmpd="sng" w="9525">
                      <a:solidFill>
                        <a:srgbClr val="03A9F4"/>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rgbClr val="03A9F4"/>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b="1" sz="1100" u="none" cap="none" strike="noStrike">
                        <a:solidFill>
                          <a:schemeClr val="dk1"/>
                        </a:solidFill>
                        <a:latin typeface="Malgun Gothic"/>
                        <a:ea typeface="Malgun Gothic"/>
                        <a:cs typeface="Malgun Gothic"/>
                        <a:sym typeface="Malgun Gothic"/>
                      </a:endParaRPr>
                    </a:p>
                  </a:txBody>
                  <a:tcPr marT="45725" marB="45725" marR="91450" marL="91450" anchor="ctr">
                    <a:lnL cap="flat" cmpd="sng" w="9525">
                      <a:solidFill>
                        <a:srgbClr val="03A9F4"/>
                      </a:solidFill>
                      <a:prstDash val="solid"/>
                      <a:round/>
                      <a:headEnd len="sm" w="sm" type="none"/>
                      <a:tailEnd len="sm" w="sm" type="none"/>
                    </a:lnL>
                    <a:lnR cap="flat" cmpd="sng" w="9525">
                      <a:solidFill>
                        <a:srgbClr val="03A9F4"/>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rgbClr val="03A9F4"/>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b="1" sz="1100" u="none" cap="none" strike="noStrike">
                        <a:solidFill>
                          <a:schemeClr val="dk1"/>
                        </a:solidFill>
                        <a:latin typeface="Malgun Gothic"/>
                        <a:ea typeface="Malgun Gothic"/>
                        <a:cs typeface="Malgun Gothic"/>
                        <a:sym typeface="Malgun Gothic"/>
                      </a:endParaRPr>
                    </a:p>
                  </a:txBody>
                  <a:tcPr marT="45725" marB="45725" marR="91450" marL="91450" anchor="ctr">
                    <a:lnL cap="flat" cmpd="sng" w="9525">
                      <a:solidFill>
                        <a:srgbClr val="03A9F4"/>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rgbClr val="03A9F4"/>
                      </a:solidFill>
                      <a:prstDash val="solid"/>
                      <a:round/>
                      <a:headEnd len="sm" w="sm" type="none"/>
                      <a:tailEnd len="sm" w="sm" type="none"/>
                    </a:lnB>
                  </a:tcPr>
                </a:tc>
              </a:tr>
              <a:tr h="533850">
                <a:tc>
                  <a:txBody>
                    <a:bodyPr/>
                    <a:lstStyle/>
                    <a:p>
                      <a:pPr indent="0" lvl="0" marL="0" marR="0" rtl="0" algn="ctr">
                        <a:lnSpc>
                          <a:spcPct val="100000"/>
                        </a:lnSpc>
                        <a:spcBef>
                          <a:spcPts val="0"/>
                        </a:spcBef>
                        <a:spcAft>
                          <a:spcPts val="0"/>
                        </a:spcAft>
                        <a:buClr>
                          <a:srgbClr val="000000"/>
                        </a:buClr>
                        <a:buSzPts val="1100"/>
                        <a:buFont typeface="Arial"/>
                        <a:buNone/>
                      </a:pPr>
                      <a:r>
                        <a:t/>
                      </a:r>
                      <a:endParaRPr b="1" sz="1100" u="none" cap="none" strike="noStrike">
                        <a:solidFill>
                          <a:schemeClr val="dk1"/>
                        </a:solidFill>
                        <a:latin typeface="Malgun Gothic"/>
                        <a:ea typeface="Malgun Gothic"/>
                        <a:cs typeface="Malgun Gothic"/>
                        <a:sym typeface="Malgun Gothic"/>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3A9F4"/>
                      </a:solidFill>
                      <a:prstDash val="solid"/>
                      <a:round/>
                      <a:headEnd len="sm" w="sm" type="none"/>
                      <a:tailEnd len="sm" w="sm" type="none"/>
                    </a:lnR>
                    <a:lnT cap="flat" cmpd="sng" w="9525">
                      <a:solidFill>
                        <a:srgbClr val="03A9F4"/>
                      </a:solidFill>
                      <a:prstDash val="solid"/>
                      <a:round/>
                      <a:headEnd len="sm" w="sm" type="none"/>
                      <a:tailEnd len="sm" w="sm" type="none"/>
                    </a:lnT>
                    <a:lnB cap="flat" cmpd="sng" w="19050">
                      <a:solidFill>
                        <a:srgbClr val="03A9F4"/>
                      </a:solidFill>
                      <a:prstDash val="solid"/>
                      <a:round/>
                      <a:headEnd len="sm" w="sm" type="none"/>
                      <a:tailEnd len="sm" w="sm" type="none"/>
                    </a:lnB>
                    <a:solidFill>
                      <a:srgbClr val="D9F3FF"/>
                    </a:solidFill>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b="1" sz="1100" u="none" cap="none" strike="noStrike">
                        <a:solidFill>
                          <a:schemeClr val="dk1"/>
                        </a:solidFill>
                        <a:latin typeface="Malgun Gothic"/>
                        <a:ea typeface="Malgun Gothic"/>
                        <a:cs typeface="Malgun Gothic"/>
                        <a:sym typeface="Malgun Gothic"/>
                      </a:endParaRPr>
                    </a:p>
                  </a:txBody>
                  <a:tcPr marT="45725" marB="45725" marR="91450" marL="91450" anchor="ctr">
                    <a:lnL cap="flat" cmpd="sng" w="9525">
                      <a:solidFill>
                        <a:srgbClr val="03A9F4"/>
                      </a:solidFill>
                      <a:prstDash val="solid"/>
                      <a:round/>
                      <a:headEnd len="sm" w="sm" type="none"/>
                      <a:tailEnd len="sm" w="sm" type="none"/>
                    </a:lnL>
                    <a:lnR cap="flat" cmpd="sng" w="9525">
                      <a:solidFill>
                        <a:srgbClr val="03A9F4"/>
                      </a:solidFill>
                      <a:prstDash val="solid"/>
                      <a:round/>
                      <a:headEnd len="sm" w="sm" type="none"/>
                      <a:tailEnd len="sm" w="sm" type="none"/>
                    </a:lnR>
                    <a:lnT cap="flat" cmpd="sng" w="9525">
                      <a:solidFill>
                        <a:srgbClr val="03A9F4"/>
                      </a:solidFill>
                      <a:prstDash val="solid"/>
                      <a:round/>
                      <a:headEnd len="sm" w="sm" type="none"/>
                      <a:tailEnd len="sm" w="sm" type="none"/>
                    </a:lnT>
                    <a:lnB cap="flat" cmpd="sng" w="19050">
                      <a:solidFill>
                        <a:srgbClr val="03A9F4"/>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b="1" sz="1100" u="none" cap="none" strike="noStrike">
                        <a:solidFill>
                          <a:schemeClr val="dk1"/>
                        </a:solidFill>
                        <a:latin typeface="Malgun Gothic"/>
                        <a:ea typeface="Malgun Gothic"/>
                        <a:cs typeface="Malgun Gothic"/>
                        <a:sym typeface="Malgun Gothic"/>
                      </a:endParaRPr>
                    </a:p>
                  </a:txBody>
                  <a:tcPr marT="45725" marB="45725" marR="91450" marL="91450" anchor="ctr">
                    <a:lnL cap="flat" cmpd="sng" w="9525">
                      <a:solidFill>
                        <a:srgbClr val="03A9F4"/>
                      </a:solidFill>
                      <a:prstDash val="solid"/>
                      <a:round/>
                      <a:headEnd len="sm" w="sm" type="none"/>
                      <a:tailEnd len="sm" w="sm" type="none"/>
                    </a:lnL>
                    <a:lnR cap="flat" cmpd="sng" w="9525">
                      <a:solidFill>
                        <a:srgbClr val="03A9F4"/>
                      </a:solidFill>
                      <a:prstDash val="solid"/>
                      <a:round/>
                      <a:headEnd len="sm" w="sm" type="none"/>
                      <a:tailEnd len="sm" w="sm" type="none"/>
                    </a:lnR>
                    <a:lnT cap="flat" cmpd="sng" w="9525">
                      <a:solidFill>
                        <a:srgbClr val="03A9F4"/>
                      </a:solidFill>
                      <a:prstDash val="solid"/>
                      <a:round/>
                      <a:headEnd len="sm" w="sm" type="none"/>
                      <a:tailEnd len="sm" w="sm" type="none"/>
                    </a:lnT>
                    <a:lnB cap="flat" cmpd="sng" w="19050">
                      <a:solidFill>
                        <a:srgbClr val="03A9F4"/>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b="1" sz="1100" u="none" cap="none" strike="noStrike">
                        <a:solidFill>
                          <a:schemeClr val="dk1"/>
                        </a:solidFill>
                        <a:latin typeface="Malgun Gothic"/>
                        <a:ea typeface="Malgun Gothic"/>
                        <a:cs typeface="Malgun Gothic"/>
                        <a:sym typeface="Malgun Gothic"/>
                      </a:endParaRPr>
                    </a:p>
                  </a:txBody>
                  <a:tcPr marT="45725" marB="45725" marR="91450" marL="91450" anchor="ctr">
                    <a:lnL cap="flat" cmpd="sng" w="9525">
                      <a:solidFill>
                        <a:srgbClr val="03A9F4"/>
                      </a:solidFill>
                      <a:prstDash val="solid"/>
                      <a:round/>
                      <a:headEnd len="sm" w="sm" type="none"/>
                      <a:tailEnd len="sm" w="sm" type="none"/>
                    </a:lnL>
                    <a:lnR cap="flat" cmpd="sng" w="9525">
                      <a:solidFill>
                        <a:srgbClr val="03A9F4"/>
                      </a:solidFill>
                      <a:prstDash val="solid"/>
                      <a:round/>
                      <a:headEnd len="sm" w="sm" type="none"/>
                      <a:tailEnd len="sm" w="sm" type="none"/>
                    </a:lnR>
                    <a:lnT cap="flat" cmpd="sng" w="9525">
                      <a:solidFill>
                        <a:srgbClr val="03A9F4"/>
                      </a:solidFill>
                      <a:prstDash val="solid"/>
                      <a:round/>
                      <a:headEnd len="sm" w="sm" type="none"/>
                      <a:tailEnd len="sm" w="sm" type="none"/>
                    </a:lnT>
                    <a:lnB cap="flat" cmpd="sng" w="19050">
                      <a:solidFill>
                        <a:srgbClr val="03A9F4"/>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b="1" sz="1100" u="none" cap="none" strike="noStrike">
                        <a:solidFill>
                          <a:schemeClr val="dk1"/>
                        </a:solidFill>
                        <a:latin typeface="Malgun Gothic"/>
                        <a:ea typeface="Malgun Gothic"/>
                        <a:cs typeface="Malgun Gothic"/>
                        <a:sym typeface="Malgun Gothic"/>
                      </a:endParaRPr>
                    </a:p>
                  </a:txBody>
                  <a:tcPr marT="45725" marB="45725" marR="91450" marL="91450" anchor="ctr">
                    <a:lnL cap="flat" cmpd="sng" w="9525">
                      <a:solidFill>
                        <a:srgbClr val="03A9F4"/>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3A9F4"/>
                      </a:solidFill>
                      <a:prstDash val="solid"/>
                      <a:round/>
                      <a:headEnd len="sm" w="sm" type="none"/>
                      <a:tailEnd len="sm" w="sm" type="none"/>
                    </a:lnT>
                    <a:lnB cap="flat" cmpd="sng" w="19050">
                      <a:solidFill>
                        <a:srgbClr val="03A9F4"/>
                      </a:solidFill>
                      <a:prstDash val="solid"/>
                      <a:round/>
                      <a:headEnd len="sm" w="sm" type="none"/>
                      <a:tailEnd len="sm" w="sm" type="none"/>
                    </a:lnB>
                  </a:tcPr>
                </a:tc>
              </a:tr>
            </a:tbl>
          </a:graphicData>
        </a:graphic>
      </p:graphicFrame>
      <p:sp>
        <p:nvSpPr>
          <p:cNvPr id="269" name="Google Shape;269;g3f3b1709a98_0_74"/>
          <p:cNvSpPr/>
          <p:nvPr/>
        </p:nvSpPr>
        <p:spPr>
          <a:xfrm>
            <a:off x="9331071" y="6951139"/>
            <a:ext cx="2601000" cy="1833000"/>
          </a:xfrm>
          <a:prstGeom prst="roundRect">
            <a:avLst>
              <a:gd fmla="val 4677" name="adj"/>
            </a:avLst>
          </a:prstGeom>
          <a:solidFill>
            <a:srgbClr val="E5EBF7"/>
          </a:solidFill>
          <a:ln cap="flat" cmpd="sng" w="19050">
            <a:solidFill>
              <a:srgbClr val="2F5597"/>
            </a:solidFill>
            <a:prstDash val="solid"/>
            <a:miter lim="80"/>
            <a:headEnd len="sm" w="sm" type="none"/>
            <a:tailEnd len="sm" w="sm" type="none"/>
          </a:ln>
        </p:spPr>
        <p:txBody>
          <a:bodyPr anchorCtr="0" anchor="t" bIns="0" lIns="54000" spcFirstLastPara="1" rIns="54000" wrap="square" tIns="252000">
            <a:noAutofit/>
          </a:bodyPr>
          <a:lstStyle/>
          <a:p>
            <a:pPr indent="0" lvl="0" marL="0" marR="0" rtl="0" algn="l">
              <a:lnSpc>
                <a:spcPct val="12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270" name="Google Shape;270;g3f3b1709a98_0_74"/>
          <p:cNvSpPr/>
          <p:nvPr/>
        </p:nvSpPr>
        <p:spPr>
          <a:xfrm>
            <a:off x="260063" y="6755625"/>
            <a:ext cx="1334700" cy="303300"/>
          </a:xfrm>
          <a:prstGeom prst="roundRect">
            <a:avLst>
              <a:gd fmla="val 50000" name="adj"/>
            </a:avLst>
          </a:prstGeom>
          <a:solidFill>
            <a:srgbClr val="2F559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ko-KR" sz="1200" u="none" cap="none" strike="noStrike">
                <a:solidFill>
                  <a:schemeClr val="lt1"/>
                </a:solidFill>
                <a:latin typeface="Calibri"/>
                <a:ea typeface="Calibri"/>
                <a:cs typeface="Calibri"/>
                <a:sym typeface="Calibri"/>
              </a:rPr>
              <a:t>과정 중심 평가</a:t>
            </a:r>
            <a:endParaRPr b="0" i="0" sz="1400" u="none" cap="none" strike="noStrike">
              <a:solidFill>
                <a:srgbClr val="000000"/>
              </a:solidFill>
              <a:latin typeface="Arial"/>
              <a:ea typeface="Arial"/>
              <a:cs typeface="Arial"/>
              <a:sym typeface="Arial"/>
            </a:endParaRPr>
          </a:p>
        </p:txBody>
      </p:sp>
      <p:grpSp>
        <p:nvGrpSpPr>
          <p:cNvPr id="271" name="Google Shape;271;g3f3b1709a98_0_74"/>
          <p:cNvGrpSpPr/>
          <p:nvPr/>
        </p:nvGrpSpPr>
        <p:grpSpPr>
          <a:xfrm>
            <a:off x="9463309" y="6755625"/>
            <a:ext cx="2342269" cy="433172"/>
            <a:chOff x="9163049" y="6446689"/>
            <a:chExt cx="2342269" cy="433172"/>
          </a:xfrm>
        </p:grpSpPr>
        <p:sp>
          <p:nvSpPr>
            <p:cNvPr id="272" name="Google Shape;272;g3f3b1709a98_0_74"/>
            <p:cNvSpPr/>
            <p:nvPr/>
          </p:nvSpPr>
          <p:spPr>
            <a:xfrm>
              <a:off x="9463518" y="6498067"/>
              <a:ext cx="2041800" cy="303300"/>
            </a:xfrm>
            <a:prstGeom prst="roundRect">
              <a:avLst>
                <a:gd fmla="val 50000" name="adj"/>
              </a:avLst>
            </a:prstGeom>
            <a:solidFill>
              <a:srgbClr val="2F5597"/>
            </a:solidFill>
            <a:ln>
              <a:noFill/>
            </a:ln>
          </p:spPr>
          <p:txBody>
            <a:bodyPr anchorCtr="0" anchor="ctr" bIns="0" lIns="14400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ko-KR" sz="1200" u="none" cap="none" strike="noStrike">
                  <a:solidFill>
                    <a:schemeClr val="lt1"/>
                  </a:solidFill>
                  <a:latin typeface="Calibri"/>
                  <a:ea typeface="Calibri"/>
                  <a:cs typeface="Calibri"/>
                  <a:sym typeface="Calibri"/>
                </a:rPr>
                <a:t>AI·디지털 활용 유의사항</a:t>
              </a:r>
              <a:endParaRPr b="0" i="0" sz="1400" u="none" cap="none" strike="noStrike">
                <a:solidFill>
                  <a:srgbClr val="000000"/>
                </a:solidFill>
                <a:latin typeface="Arial"/>
                <a:ea typeface="Arial"/>
                <a:cs typeface="Arial"/>
                <a:sym typeface="Arial"/>
              </a:endParaRPr>
            </a:p>
          </p:txBody>
        </p:sp>
        <p:pic>
          <p:nvPicPr>
            <p:cNvPr id="273" name="Google Shape;273;g3f3b1709a98_0_74"/>
            <p:cNvPicPr preferRelativeResize="0"/>
            <p:nvPr/>
          </p:nvPicPr>
          <p:blipFill rotWithShape="1">
            <a:blip r:embed="rId5">
              <a:alphaModFix/>
            </a:blip>
            <a:srcRect b="0" l="0" r="0" t="0"/>
            <a:stretch/>
          </p:blipFill>
          <p:spPr>
            <a:xfrm flipH="1">
              <a:off x="9163049" y="6446689"/>
              <a:ext cx="433174" cy="433172"/>
            </a:xfrm>
            <a:prstGeom prst="rect">
              <a:avLst/>
            </a:prstGeom>
            <a:noFill/>
            <a:ln>
              <a:noFill/>
            </a:ln>
          </p:spPr>
        </p:pic>
      </p:grpSp>
      <p:grpSp>
        <p:nvGrpSpPr>
          <p:cNvPr id="274" name="Google Shape;274;g3f3b1709a98_0_74"/>
          <p:cNvGrpSpPr/>
          <p:nvPr/>
        </p:nvGrpSpPr>
        <p:grpSpPr>
          <a:xfrm>
            <a:off x="266600" y="3658959"/>
            <a:ext cx="467185" cy="480012"/>
            <a:chOff x="266600" y="3658959"/>
            <a:chExt cx="467185" cy="480012"/>
          </a:xfrm>
        </p:grpSpPr>
        <p:sp>
          <p:nvSpPr>
            <p:cNvPr id="275" name="Google Shape;275;g3f3b1709a98_0_74"/>
            <p:cNvSpPr txBox="1"/>
            <p:nvPr/>
          </p:nvSpPr>
          <p:spPr>
            <a:xfrm>
              <a:off x="358108" y="3954171"/>
              <a:ext cx="307800" cy="1848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200"/>
                <a:buFont typeface="Arial"/>
                <a:buNone/>
              </a:pPr>
              <a:r>
                <a:rPr b="1" i="0" lang="ko-KR" sz="1200" u="none" cap="none" strike="noStrike">
                  <a:solidFill>
                    <a:schemeClr val="dk1"/>
                  </a:solidFill>
                  <a:latin typeface="Calibri"/>
                  <a:ea typeface="Calibri"/>
                  <a:cs typeface="Calibri"/>
                  <a:sym typeface="Calibri"/>
                </a:rPr>
                <a:t>전체</a:t>
              </a:r>
              <a:endParaRPr b="0" i="0" sz="1400" u="none" cap="none" strike="noStrike">
                <a:solidFill>
                  <a:srgbClr val="000000"/>
                </a:solidFill>
                <a:latin typeface="Arial"/>
                <a:ea typeface="Arial"/>
                <a:cs typeface="Arial"/>
                <a:sym typeface="Arial"/>
              </a:endParaRPr>
            </a:p>
          </p:txBody>
        </p:sp>
        <p:pic>
          <p:nvPicPr>
            <p:cNvPr id="276" name="Google Shape;276;g3f3b1709a98_0_74"/>
            <p:cNvPicPr preferRelativeResize="0"/>
            <p:nvPr/>
          </p:nvPicPr>
          <p:blipFill rotWithShape="1">
            <a:blip r:embed="rId6">
              <a:alphaModFix/>
            </a:blip>
            <a:srcRect b="44561" l="0" r="0" t="0"/>
            <a:stretch/>
          </p:blipFill>
          <p:spPr>
            <a:xfrm>
              <a:off x="266600" y="3658959"/>
              <a:ext cx="467185" cy="258992"/>
            </a:xfrm>
            <a:prstGeom prst="rect">
              <a:avLst/>
            </a:prstGeom>
            <a:noFill/>
            <a:ln>
              <a:noFill/>
            </a:ln>
          </p:spPr>
        </p:pic>
      </p:grpSp>
      <p:graphicFrame>
        <p:nvGraphicFramePr>
          <p:cNvPr id="277" name="Google Shape;277;g3f3b1709a98_0_74"/>
          <p:cNvGraphicFramePr/>
          <p:nvPr/>
        </p:nvGraphicFramePr>
        <p:xfrm>
          <a:off x="260063" y="1008799"/>
          <a:ext cx="3000000" cy="3000000"/>
        </p:xfrm>
        <a:graphic>
          <a:graphicData uri="http://schemas.openxmlformats.org/drawingml/2006/table">
            <a:tbl>
              <a:tblPr bandRow="1" firstRow="1">
                <a:noFill/>
                <a:tableStyleId>{04B63DE1-978C-42A9-A24A-B7FF7C6908ED}</a:tableStyleId>
              </a:tblPr>
              <a:tblGrid>
                <a:gridCol w="843625"/>
                <a:gridCol w="1070800"/>
                <a:gridCol w="769425"/>
                <a:gridCol w="1884575"/>
                <a:gridCol w="624475"/>
                <a:gridCol w="915175"/>
                <a:gridCol w="1001475"/>
                <a:gridCol w="2343100"/>
                <a:gridCol w="936700"/>
                <a:gridCol w="1304825"/>
              </a:tblGrid>
              <a:tr h="314050">
                <a:tc>
                  <a:txBody>
                    <a:bodyPr/>
                    <a:lstStyle/>
                    <a:p>
                      <a:pPr indent="0" lvl="0" marL="0" marR="0" rtl="0" algn="ctr">
                        <a:lnSpc>
                          <a:spcPct val="100000"/>
                        </a:lnSpc>
                        <a:spcBef>
                          <a:spcPts val="0"/>
                        </a:spcBef>
                        <a:spcAft>
                          <a:spcPts val="0"/>
                        </a:spcAft>
                        <a:buClr>
                          <a:srgbClr val="000000"/>
                        </a:buClr>
                        <a:buSzPts val="1100"/>
                        <a:buFont typeface="Arial"/>
                        <a:buNone/>
                      </a:pPr>
                      <a:r>
                        <a:rPr b="1" lang="ko-KR" sz="1100" u="none" cap="none" strike="noStrike">
                          <a:solidFill>
                            <a:schemeClr val="lt1"/>
                          </a:solidFill>
                          <a:latin typeface="Malgun Gothic"/>
                          <a:ea typeface="Malgun Gothic"/>
                          <a:cs typeface="Malgun Gothic"/>
                          <a:sym typeface="Malgun Gothic"/>
                        </a:rPr>
                        <a:t>학년-학기</a:t>
                      </a:r>
                      <a:endParaRPr sz="1400" u="none" cap="none" strike="noStrike"/>
                    </a:p>
                  </a:txBody>
                  <a:tcPr marT="45725" marB="45725" marR="0" marL="0" anchor="ctr">
                    <a:lnL cap="flat" cmpd="sng" w="9525">
                      <a:solidFill>
                        <a:srgbClr val="000000">
                          <a:alpha val="0"/>
                        </a:srgbClr>
                      </a:solidFill>
                      <a:prstDash val="solid"/>
                      <a:round/>
                      <a:headEnd len="sm" w="sm" type="none"/>
                      <a:tailEnd len="sm" w="sm" type="none"/>
                    </a:lnL>
                    <a:lnR cap="flat" cmpd="sng" w="9525">
                      <a:solidFill>
                        <a:srgbClr val="03A9F4"/>
                      </a:solidFill>
                      <a:prstDash val="solid"/>
                      <a:round/>
                      <a:headEnd len="sm" w="sm" type="none"/>
                      <a:tailEnd len="sm" w="sm" type="none"/>
                    </a:lnR>
                    <a:lnT cap="flat" cmpd="sng" w="19050">
                      <a:solidFill>
                        <a:srgbClr val="03A9F4"/>
                      </a:solidFill>
                      <a:prstDash val="solid"/>
                      <a:round/>
                      <a:headEnd len="sm" w="sm" type="none"/>
                      <a:tailEnd len="sm" w="sm" type="none"/>
                    </a:lnT>
                    <a:lnB cap="flat" cmpd="sng" w="9525">
                      <a:solidFill>
                        <a:schemeClr val="lt1"/>
                      </a:solidFill>
                      <a:prstDash val="solid"/>
                      <a:round/>
                      <a:headEnd len="sm" w="sm" type="none"/>
                      <a:tailEnd len="sm" w="sm" type="none"/>
                    </a:lnB>
                    <a:solidFill>
                      <a:srgbClr val="03A9F4"/>
                    </a:solidFill>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b="1" sz="1100" u="none" cap="none" strike="noStrike">
                        <a:solidFill>
                          <a:schemeClr val="dk1"/>
                        </a:solidFill>
                        <a:latin typeface="Malgun Gothic"/>
                        <a:ea typeface="Malgun Gothic"/>
                        <a:cs typeface="Malgun Gothic"/>
                        <a:sym typeface="Malgun Gothic"/>
                      </a:endParaRPr>
                    </a:p>
                  </a:txBody>
                  <a:tcPr marT="45725" marB="45725" marR="90000" marL="90000" anchor="ctr">
                    <a:lnL cap="flat" cmpd="sng" w="9525">
                      <a:solidFill>
                        <a:srgbClr val="03A9F4"/>
                      </a:solidFill>
                      <a:prstDash val="solid"/>
                      <a:round/>
                      <a:headEnd len="sm" w="sm" type="none"/>
                      <a:tailEnd len="sm" w="sm" type="none"/>
                    </a:lnL>
                    <a:lnR cap="flat" cmpd="sng" w="9525">
                      <a:solidFill>
                        <a:srgbClr val="03A9F4"/>
                      </a:solidFill>
                      <a:prstDash val="solid"/>
                      <a:round/>
                      <a:headEnd len="sm" w="sm" type="none"/>
                      <a:tailEnd len="sm" w="sm" type="none"/>
                    </a:lnR>
                    <a:lnT cap="flat" cmpd="sng" w="19050">
                      <a:solidFill>
                        <a:srgbClr val="03A9F4"/>
                      </a:solidFill>
                      <a:prstDash val="solid"/>
                      <a:round/>
                      <a:headEnd len="sm" w="sm" type="none"/>
                      <a:tailEnd len="sm" w="sm" type="none"/>
                    </a:lnT>
                    <a:lnB cap="flat" cmpd="sng" w="9525">
                      <a:solidFill>
                        <a:srgbClr val="03A9F4"/>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1" lang="ko-KR" sz="1100" u="none" cap="none" strike="noStrike">
                          <a:solidFill>
                            <a:schemeClr val="lt1"/>
                          </a:solidFill>
                          <a:latin typeface="Malgun Gothic"/>
                          <a:ea typeface="Malgun Gothic"/>
                          <a:cs typeface="Malgun Gothic"/>
                          <a:sym typeface="Malgun Gothic"/>
                        </a:rPr>
                        <a:t>단원</a:t>
                      </a:r>
                      <a:endParaRPr sz="1400" u="none" cap="none" strike="noStrike"/>
                    </a:p>
                  </a:txBody>
                  <a:tcPr marT="45725" marB="45725" marR="0" marL="0" anchor="ctr">
                    <a:lnL cap="flat" cmpd="sng" w="9525">
                      <a:solidFill>
                        <a:srgbClr val="03A9F4"/>
                      </a:solidFill>
                      <a:prstDash val="solid"/>
                      <a:round/>
                      <a:headEnd len="sm" w="sm" type="none"/>
                      <a:tailEnd len="sm" w="sm" type="none"/>
                    </a:lnL>
                    <a:lnR cap="flat" cmpd="sng" w="9525">
                      <a:solidFill>
                        <a:srgbClr val="03A9F4"/>
                      </a:solidFill>
                      <a:prstDash val="solid"/>
                      <a:round/>
                      <a:headEnd len="sm" w="sm" type="none"/>
                      <a:tailEnd len="sm" w="sm" type="none"/>
                    </a:lnR>
                    <a:lnT cap="flat" cmpd="sng" w="19050">
                      <a:solidFill>
                        <a:srgbClr val="03A9F4"/>
                      </a:solidFill>
                      <a:prstDash val="solid"/>
                      <a:round/>
                      <a:headEnd len="sm" w="sm" type="none"/>
                      <a:tailEnd len="sm" w="sm" type="none"/>
                    </a:lnT>
                    <a:lnB cap="flat" cmpd="sng" w="9525">
                      <a:solidFill>
                        <a:srgbClr val="03A9F4"/>
                      </a:solidFill>
                      <a:prstDash val="solid"/>
                      <a:round/>
                      <a:headEnd len="sm" w="sm" type="none"/>
                      <a:tailEnd len="sm" w="sm" type="none"/>
                    </a:lnB>
                    <a:solidFill>
                      <a:srgbClr val="03A9F4"/>
                    </a:solidFill>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b="1" sz="1100" u="none" cap="none" strike="noStrike">
                        <a:solidFill>
                          <a:schemeClr val="dk1"/>
                        </a:solidFill>
                        <a:latin typeface="Malgun Gothic"/>
                        <a:ea typeface="Malgun Gothic"/>
                        <a:cs typeface="Malgun Gothic"/>
                        <a:sym typeface="Malgun Gothic"/>
                      </a:endParaRPr>
                    </a:p>
                  </a:txBody>
                  <a:tcPr marT="45725" marB="45725" marR="90000" marL="90000" anchor="ctr">
                    <a:lnL cap="flat" cmpd="sng" w="9525">
                      <a:solidFill>
                        <a:srgbClr val="03A9F4"/>
                      </a:solidFill>
                      <a:prstDash val="solid"/>
                      <a:round/>
                      <a:headEnd len="sm" w="sm" type="none"/>
                      <a:tailEnd len="sm" w="sm" type="none"/>
                    </a:lnL>
                    <a:lnR cap="flat" cmpd="sng" w="9525">
                      <a:solidFill>
                        <a:srgbClr val="03A9F4"/>
                      </a:solidFill>
                      <a:prstDash val="solid"/>
                      <a:round/>
                      <a:headEnd len="sm" w="sm" type="none"/>
                      <a:tailEnd len="sm" w="sm" type="none"/>
                    </a:lnR>
                    <a:lnT cap="flat" cmpd="sng" w="19050">
                      <a:solidFill>
                        <a:srgbClr val="03A9F4"/>
                      </a:solidFill>
                      <a:prstDash val="solid"/>
                      <a:round/>
                      <a:headEnd len="sm" w="sm" type="none"/>
                      <a:tailEnd len="sm" w="sm" type="none"/>
                    </a:lnT>
                    <a:lnB cap="flat" cmpd="sng" w="9525">
                      <a:solidFill>
                        <a:srgbClr val="03A9F4"/>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1" lang="ko-KR" sz="1100" u="none" cap="none" strike="noStrike">
                          <a:solidFill>
                            <a:schemeClr val="lt1"/>
                          </a:solidFill>
                          <a:latin typeface="Malgun Gothic"/>
                          <a:ea typeface="Malgun Gothic"/>
                          <a:cs typeface="Malgun Gothic"/>
                          <a:sym typeface="Malgun Gothic"/>
                        </a:rPr>
                        <a:t>차시</a:t>
                      </a:r>
                      <a:endParaRPr sz="1400" u="none" cap="none" strike="noStrike"/>
                    </a:p>
                  </a:txBody>
                  <a:tcPr marT="45725" marB="45725" marR="0" marL="0" anchor="ctr">
                    <a:lnL cap="flat" cmpd="sng" w="9525">
                      <a:solidFill>
                        <a:srgbClr val="03A9F4"/>
                      </a:solidFill>
                      <a:prstDash val="solid"/>
                      <a:round/>
                      <a:headEnd len="sm" w="sm" type="none"/>
                      <a:tailEnd len="sm" w="sm" type="none"/>
                    </a:lnL>
                    <a:lnR cap="flat" cmpd="sng" w="9525">
                      <a:solidFill>
                        <a:srgbClr val="03A9F4"/>
                      </a:solidFill>
                      <a:prstDash val="solid"/>
                      <a:round/>
                      <a:headEnd len="sm" w="sm" type="none"/>
                      <a:tailEnd len="sm" w="sm" type="none"/>
                    </a:lnR>
                    <a:lnT cap="flat" cmpd="sng" w="19050">
                      <a:solidFill>
                        <a:srgbClr val="03A9F4"/>
                      </a:solidFill>
                      <a:prstDash val="solid"/>
                      <a:round/>
                      <a:headEnd len="sm" w="sm" type="none"/>
                      <a:tailEnd len="sm" w="sm" type="none"/>
                    </a:lnT>
                    <a:lnB cap="flat" cmpd="sng" w="9525">
                      <a:solidFill>
                        <a:srgbClr val="03A9F4"/>
                      </a:solidFill>
                      <a:prstDash val="solid"/>
                      <a:round/>
                      <a:headEnd len="sm" w="sm" type="none"/>
                      <a:tailEnd len="sm" w="sm" type="none"/>
                    </a:lnB>
                    <a:solidFill>
                      <a:srgbClr val="03A9F4"/>
                    </a:solidFill>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b="1" sz="1100" u="none" cap="none" strike="noStrike">
                        <a:solidFill>
                          <a:schemeClr val="dk1"/>
                        </a:solidFill>
                        <a:latin typeface="Malgun Gothic"/>
                        <a:ea typeface="Malgun Gothic"/>
                        <a:cs typeface="Malgun Gothic"/>
                        <a:sym typeface="Malgun Gothic"/>
                      </a:endParaRPr>
                    </a:p>
                  </a:txBody>
                  <a:tcPr marT="45725" marB="45725" marR="90000" marL="90000" anchor="ctr">
                    <a:lnL cap="flat" cmpd="sng" w="9525">
                      <a:solidFill>
                        <a:srgbClr val="03A9F4"/>
                      </a:solidFill>
                      <a:prstDash val="solid"/>
                      <a:round/>
                      <a:headEnd len="sm" w="sm" type="none"/>
                      <a:tailEnd len="sm" w="sm" type="none"/>
                    </a:lnL>
                    <a:lnR cap="flat" cmpd="sng" w="9525">
                      <a:solidFill>
                        <a:srgbClr val="03A9F4"/>
                      </a:solidFill>
                      <a:prstDash val="solid"/>
                      <a:round/>
                      <a:headEnd len="sm" w="sm" type="none"/>
                      <a:tailEnd len="sm" w="sm" type="none"/>
                    </a:lnR>
                    <a:lnT cap="flat" cmpd="sng" w="19050">
                      <a:solidFill>
                        <a:srgbClr val="03A9F4"/>
                      </a:solidFill>
                      <a:prstDash val="solid"/>
                      <a:round/>
                      <a:headEnd len="sm" w="sm" type="none"/>
                      <a:tailEnd len="sm" w="sm" type="none"/>
                    </a:lnT>
                    <a:lnB cap="flat" cmpd="sng" w="9525">
                      <a:solidFill>
                        <a:srgbClr val="03A9F4"/>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1" lang="ko-KR" sz="1100" u="none" cap="none" strike="noStrike">
                          <a:solidFill>
                            <a:schemeClr val="lt1"/>
                          </a:solidFill>
                          <a:latin typeface="Malgun Gothic"/>
                          <a:ea typeface="Malgun Gothic"/>
                          <a:cs typeface="Malgun Gothic"/>
                          <a:sym typeface="Malgun Gothic"/>
                        </a:rPr>
                        <a:t>대상</a:t>
                      </a:r>
                      <a:endParaRPr sz="1400" u="none" cap="none" strike="noStrike"/>
                    </a:p>
                  </a:txBody>
                  <a:tcPr marT="45725" marB="45725" marR="0" marL="0" anchor="ctr">
                    <a:lnL cap="flat" cmpd="sng" w="9525">
                      <a:solidFill>
                        <a:srgbClr val="03A9F4"/>
                      </a:solidFill>
                      <a:prstDash val="solid"/>
                      <a:round/>
                      <a:headEnd len="sm" w="sm" type="none"/>
                      <a:tailEnd len="sm" w="sm" type="none"/>
                    </a:lnL>
                    <a:lnR cap="flat" cmpd="sng" w="9525">
                      <a:solidFill>
                        <a:srgbClr val="03A9F4"/>
                      </a:solidFill>
                      <a:prstDash val="solid"/>
                      <a:round/>
                      <a:headEnd len="sm" w="sm" type="none"/>
                      <a:tailEnd len="sm" w="sm" type="none"/>
                    </a:lnR>
                    <a:lnT cap="flat" cmpd="sng" w="19050">
                      <a:solidFill>
                        <a:srgbClr val="03A9F4"/>
                      </a:solidFill>
                      <a:prstDash val="solid"/>
                      <a:round/>
                      <a:headEnd len="sm" w="sm" type="none"/>
                      <a:tailEnd len="sm" w="sm" type="none"/>
                    </a:lnT>
                    <a:lnB cap="flat" cmpd="sng" w="9525">
                      <a:solidFill>
                        <a:schemeClr val="lt1"/>
                      </a:solidFill>
                      <a:prstDash val="solid"/>
                      <a:round/>
                      <a:headEnd len="sm" w="sm" type="none"/>
                      <a:tailEnd len="sm" w="sm" type="none"/>
                    </a:lnB>
                    <a:solidFill>
                      <a:srgbClr val="03A9F4"/>
                    </a:solidFill>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b="1" sz="1100" u="none" cap="none" strike="noStrike">
                        <a:solidFill>
                          <a:schemeClr val="dk1"/>
                        </a:solidFill>
                        <a:latin typeface="Malgun Gothic"/>
                        <a:ea typeface="Malgun Gothic"/>
                        <a:cs typeface="Malgun Gothic"/>
                        <a:sym typeface="Malgun Gothic"/>
                      </a:endParaRPr>
                    </a:p>
                  </a:txBody>
                  <a:tcPr marT="45725" marB="45725" marR="90000" marL="90000" anchor="ctr">
                    <a:lnL cap="flat" cmpd="sng" w="9525">
                      <a:solidFill>
                        <a:srgbClr val="03A9F4"/>
                      </a:solidFill>
                      <a:prstDash val="solid"/>
                      <a:round/>
                      <a:headEnd len="sm" w="sm" type="none"/>
                      <a:tailEnd len="sm" w="sm" type="none"/>
                    </a:lnL>
                    <a:lnR cap="flat" cmpd="sng" w="9525">
                      <a:solidFill>
                        <a:srgbClr val="03A9F4"/>
                      </a:solidFill>
                      <a:prstDash val="solid"/>
                      <a:round/>
                      <a:headEnd len="sm" w="sm" type="none"/>
                      <a:tailEnd len="sm" w="sm" type="none"/>
                    </a:lnR>
                    <a:lnT cap="flat" cmpd="sng" w="19050">
                      <a:solidFill>
                        <a:srgbClr val="03A9F4"/>
                      </a:solidFill>
                      <a:prstDash val="solid"/>
                      <a:round/>
                      <a:headEnd len="sm" w="sm" type="none"/>
                      <a:tailEnd len="sm" w="sm" type="none"/>
                    </a:lnT>
                    <a:lnB cap="flat" cmpd="sng" w="9525">
                      <a:solidFill>
                        <a:srgbClr val="03A9F4"/>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1" lang="ko-KR" sz="1100" u="none" cap="none" strike="noStrike">
                          <a:solidFill>
                            <a:schemeClr val="lt1"/>
                          </a:solidFill>
                          <a:latin typeface="Malgun Gothic"/>
                          <a:ea typeface="Malgun Gothic"/>
                          <a:cs typeface="Malgun Gothic"/>
                          <a:sym typeface="Malgun Gothic"/>
                        </a:rPr>
                        <a:t>지도교사</a:t>
                      </a:r>
                      <a:endParaRPr sz="1400" u="none" cap="none" strike="noStrike"/>
                    </a:p>
                  </a:txBody>
                  <a:tcPr marT="45725" marB="45725" marR="0" marL="0" anchor="ctr">
                    <a:lnL cap="flat" cmpd="sng" w="9525">
                      <a:solidFill>
                        <a:srgbClr val="03A9F4"/>
                      </a:solidFill>
                      <a:prstDash val="solid"/>
                      <a:round/>
                      <a:headEnd len="sm" w="sm" type="none"/>
                      <a:tailEnd len="sm" w="sm" type="none"/>
                    </a:lnL>
                    <a:lnR cap="flat" cmpd="sng" w="9525">
                      <a:solidFill>
                        <a:srgbClr val="03A9F4"/>
                      </a:solidFill>
                      <a:prstDash val="solid"/>
                      <a:round/>
                      <a:headEnd len="sm" w="sm" type="none"/>
                      <a:tailEnd len="sm" w="sm" type="none"/>
                    </a:lnR>
                    <a:lnT cap="flat" cmpd="sng" w="19050">
                      <a:solidFill>
                        <a:srgbClr val="03A9F4"/>
                      </a:solidFill>
                      <a:prstDash val="solid"/>
                      <a:round/>
                      <a:headEnd len="sm" w="sm" type="none"/>
                      <a:tailEnd len="sm" w="sm" type="none"/>
                    </a:lnT>
                    <a:lnB cap="flat" cmpd="sng" w="9525">
                      <a:solidFill>
                        <a:srgbClr val="03A9F4"/>
                      </a:solidFill>
                      <a:prstDash val="solid"/>
                      <a:round/>
                      <a:headEnd len="sm" w="sm" type="none"/>
                      <a:tailEnd len="sm" w="sm" type="none"/>
                    </a:lnB>
                    <a:solidFill>
                      <a:srgbClr val="03A9F4"/>
                    </a:solidFill>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b="1" sz="1100" u="none" cap="none" strike="noStrike">
                        <a:latin typeface="Malgun Gothic"/>
                        <a:ea typeface="Malgun Gothic"/>
                        <a:cs typeface="Malgun Gothic"/>
                        <a:sym typeface="Malgun Gothic"/>
                      </a:endParaRPr>
                    </a:p>
                  </a:txBody>
                  <a:tcPr marT="45725" marB="45725" marR="90000" marL="90000" anchor="ctr">
                    <a:lnL cap="flat" cmpd="sng" w="9525">
                      <a:solidFill>
                        <a:srgbClr val="03A9F4"/>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9050">
                      <a:solidFill>
                        <a:srgbClr val="03A9F4"/>
                      </a:solidFill>
                      <a:prstDash val="solid"/>
                      <a:round/>
                      <a:headEnd len="sm" w="sm" type="none"/>
                      <a:tailEnd len="sm" w="sm" type="none"/>
                    </a:lnT>
                    <a:lnB cap="flat" cmpd="sng" w="9525">
                      <a:solidFill>
                        <a:srgbClr val="03A9F4"/>
                      </a:solidFill>
                      <a:prstDash val="solid"/>
                      <a:round/>
                      <a:headEnd len="sm" w="sm" type="none"/>
                      <a:tailEnd len="sm" w="sm" type="none"/>
                    </a:lnB>
                    <a:solidFill>
                      <a:schemeClr val="lt1"/>
                    </a:solidFill>
                  </a:tcPr>
                </a:tc>
              </a:tr>
              <a:tr h="314050">
                <a:tc>
                  <a:txBody>
                    <a:bodyPr/>
                    <a:lstStyle/>
                    <a:p>
                      <a:pPr indent="0" lvl="0" marL="0" marR="0" rtl="0" algn="ctr">
                        <a:lnSpc>
                          <a:spcPct val="100000"/>
                        </a:lnSpc>
                        <a:spcBef>
                          <a:spcPts val="0"/>
                        </a:spcBef>
                        <a:spcAft>
                          <a:spcPts val="0"/>
                        </a:spcAft>
                        <a:buClr>
                          <a:srgbClr val="000000"/>
                        </a:buClr>
                        <a:buSzPts val="1100"/>
                        <a:buFont typeface="Arial"/>
                        <a:buNone/>
                      </a:pPr>
                      <a:r>
                        <a:rPr b="1" lang="ko-KR" sz="1100" u="none" cap="none" strike="noStrike">
                          <a:solidFill>
                            <a:schemeClr val="lt1"/>
                          </a:solidFill>
                          <a:latin typeface="Malgun Gothic"/>
                          <a:ea typeface="Malgun Gothic"/>
                          <a:cs typeface="Malgun Gothic"/>
                          <a:sym typeface="Malgun Gothic"/>
                        </a:rPr>
                        <a:t>수업 주제</a:t>
                      </a:r>
                      <a:endParaRPr sz="1400" u="none" cap="none" strike="noStrike"/>
                    </a:p>
                  </a:txBody>
                  <a:tcPr marT="45725" marB="45725" marR="0" marL="0" anchor="ctr">
                    <a:lnL cap="flat" cmpd="sng" w="9525">
                      <a:solidFill>
                        <a:srgbClr val="000000">
                          <a:alpha val="0"/>
                        </a:srgbClr>
                      </a:solidFill>
                      <a:prstDash val="solid"/>
                      <a:round/>
                      <a:headEnd len="sm" w="sm" type="none"/>
                      <a:tailEnd len="sm" w="sm" type="none"/>
                    </a:lnL>
                    <a:lnR cap="flat" cmpd="sng" w="9525">
                      <a:solidFill>
                        <a:srgbClr val="03A9F4"/>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03A9F4"/>
                    </a:solidFill>
                  </a:tcPr>
                </a:tc>
                <a:tc gridSpan="5">
                  <a:txBody>
                    <a:bodyPr/>
                    <a:lstStyle/>
                    <a:p>
                      <a:pPr indent="0" lvl="0" marL="0" marR="0" rtl="0" algn="l">
                        <a:lnSpc>
                          <a:spcPct val="100000"/>
                        </a:lnSpc>
                        <a:spcBef>
                          <a:spcPts val="0"/>
                        </a:spcBef>
                        <a:spcAft>
                          <a:spcPts val="0"/>
                        </a:spcAft>
                        <a:buClr>
                          <a:schemeClr val="dk1"/>
                        </a:buClr>
                        <a:buSzPts val="1100"/>
                        <a:buFont typeface="Calibri"/>
                        <a:buNone/>
                      </a:pPr>
                      <a:r>
                        <a:t/>
                      </a:r>
                      <a:endParaRPr b="1" sz="1100" u="none" cap="none" strike="noStrike">
                        <a:solidFill>
                          <a:schemeClr val="dk1"/>
                        </a:solidFill>
                        <a:latin typeface="Malgun Gothic"/>
                        <a:ea typeface="Malgun Gothic"/>
                        <a:cs typeface="Malgun Gothic"/>
                        <a:sym typeface="Malgun Gothic"/>
                      </a:endParaRPr>
                    </a:p>
                  </a:txBody>
                  <a:tcPr marT="45725" marB="45725" marR="90000" marL="90000" anchor="ctr">
                    <a:lnL cap="flat" cmpd="sng" w="9525">
                      <a:solidFill>
                        <a:srgbClr val="03A9F4"/>
                      </a:solidFill>
                      <a:prstDash val="solid"/>
                      <a:round/>
                      <a:headEnd len="sm" w="sm" type="none"/>
                      <a:tailEnd len="sm" w="sm" type="none"/>
                    </a:lnL>
                    <a:lnR cap="flat" cmpd="sng" w="9525">
                      <a:solidFill>
                        <a:srgbClr val="03A9F4"/>
                      </a:solidFill>
                      <a:prstDash val="solid"/>
                      <a:round/>
                      <a:headEnd len="sm" w="sm" type="none"/>
                      <a:tailEnd len="sm" w="sm" type="none"/>
                    </a:lnR>
                    <a:lnT cap="flat" cmpd="sng" w="9525">
                      <a:solidFill>
                        <a:srgbClr val="03A9F4"/>
                      </a:solidFill>
                      <a:prstDash val="solid"/>
                      <a:round/>
                      <a:headEnd len="sm" w="sm" type="none"/>
                      <a:tailEnd len="sm" w="sm" type="none"/>
                    </a:lnT>
                    <a:lnB cap="flat" cmpd="sng" w="9525">
                      <a:solidFill>
                        <a:srgbClr val="03A9F4"/>
                      </a:solidFill>
                      <a:prstDash val="solid"/>
                      <a:round/>
                      <a:headEnd len="sm" w="sm" type="none"/>
                      <a:tailEnd len="sm" w="sm" type="none"/>
                    </a:lnB>
                    <a:solidFill>
                      <a:schemeClr val="lt1"/>
                    </a:solidFill>
                  </a:tcPr>
                </a:tc>
                <a:tc hMerge="1"/>
                <a:tc hMerge="1"/>
                <a:tc hMerge="1"/>
                <a:tc hMerge="1"/>
                <a:tc>
                  <a:txBody>
                    <a:bodyPr/>
                    <a:lstStyle/>
                    <a:p>
                      <a:pPr indent="0" lvl="0" marL="0" marR="0" rtl="0" algn="ctr">
                        <a:lnSpc>
                          <a:spcPct val="100000"/>
                        </a:lnSpc>
                        <a:spcBef>
                          <a:spcPts val="0"/>
                        </a:spcBef>
                        <a:spcAft>
                          <a:spcPts val="0"/>
                        </a:spcAft>
                        <a:buClr>
                          <a:srgbClr val="000000"/>
                        </a:buClr>
                        <a:buSzPts val="1100"/>
                        <a:buFont typeface="Arial"/>
                        <a:buNone/>
                      </a:pPr>
                      <a:r>
                        <a:rPr b="1" lang="ko-KR" sz="1100" u="none" cap="none" strike="noStrike">
                          <a:solidFill>
                            <a:schemeClr val="lt1"/>
                          </a:solidFill>
                          <a:latin typeface="Malgun Gothic"/>
                          <a:ea typeface="Malgun Gothic"/>
                          <a:cs typeface="Malgun Gothic"/>
                          <a:sym typeface="Malgun Gothic"/>
                        </a:rPr>
                        <a:t>성취기준</a:t>
                      </a:r>
                      <a:endParaRPr sz="1400" u="none" cap="none" strike="noStrike"/>
                    </a:p>
                  </a:txBody>
                  <a:tcPr marT="45725" marB="45725" marR="0" marL="0" anchor="ctr">
                    <a:lnL cap="flat" cmpd="sng" w="9525">
                      <a:solidFill>
                        <a:srgbClr val="03A9F4"/>
                      </a:solidFill>
                      <a:prstDash val="solid"/>
                      <a:round/>
                      <a:headEnd len="sm" w="sm" type="none"/>
                      <a:tailEnd len="sm" w="sm" type="none"/>
                    </a:lnL>
                    <a:lnR cap="flat" cmpd="sng" w="9525">
                      <a:solidFill>
                        <a:srgbClr val="03A9F4"/>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03A9F4"/>
                    </a:solidFill>
                  </a:tcPr>
                </a:tc>
                <a:tc gridSpan="3">
                  <a:txBody>
                    <a:bodyPr/>
                    <a:lstStyle/>
                    <a:p>
                      <a:pPr indent="0" lvl="0" marL="0" marR="0" rtl="0" algn="l">
                        <a:lnSpc>
                          <a:spcPct val="100000"/>
                        </a:lnSpc>
                        <a:spcBef>
                          <a:spcPts val="0"/>
                        </a:spcBef>
                        <a:spcAft>
                          <a:spcPts val="0"/>
                        </a:spcAft>
                        <a:buClr>
                          <a:schemeClr val="dk1"/>
                        </a:buClr>
                        <a:buSzPts val="1100"/>
                        <a:buFont typeface="Calibri"/>
                        <a:buNone/>
                      </a:pPr>
                      <a:r>
                        <a:t/>
                      </a:r>
                      <a:endParaRPr b="1" sz="1100" u="none" cap="none" strike="noStrike">
                        <a:solidFill>
                          <a:schemeClr val="dk1"/>
                        </a:solidFill>
                        <a:latin typeface="Malgun Gothic"/>
                        <a:ea typeface="Malgun Gothic"/>
                        <a:cs typeface="Malgun Gothic"/>
                        <a:sym typeface="Malgun Gothic"/>
                      </a:endParaRPr>
                    </a:p>
                  </a:txBody>
                  <a:tcPr marT="45725" marB="45725" marR="90000" marL="90000" anchor="ctr">
                    <a:lnL cap="flat" cmpd="sng" w="9525">
                      <a:solidFill>
                        <a:srgbClr val="03A9F4"/>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3A9F4"/>
                      </a:solidFill>
                      <a:prstDash val="solid"/>
                      <a:round/>
                      <a:headEnd len="sm" w="sm" type="none"/>
                      <a:tailEnd len="sm" w="sm" type="none"/>
                    </a:lnT>
                    <a:lnB cap="flat" cmpd="sng" w="9525">
                      <a:solidFill>
                        <a:srgbClr val="03A9F4"/>
                      </a:solidFill>
                      <a:prstDash val="solid"/>
                      <a:round/>
                      <a:headEnd len="sm" w="sm" type="none"/>
                      <a:tailEnd len="sm" w="sm" type="none"/>
                    </a:lnB>
                    <a:solidFill>
                      <a:schemeClr val="lt1"/>
                    </a:solidFill>
                  </a:tcPr>
                </a:tc>
                <a:tc hMerge="1"/>
                <a:tc hMerge="1"/>
              </a:tr>
              <a:tr h="314050">
                <a:tc>
                  <a:txBody>
                    <a:bodyPr/>
                    <a:lstStyle/>
                    <a:p>
                      <a:pPr indent="0" lvl="0" marL="0" marR="0" rtl="0" algn="ctr">
                        <a:lnSpc>
                          <a:spcPct val="100000"/>
                        </a:lnSpc>
                        <a:spcBef>
                          <a:spcPts val="0"/>
                        </a:spcBef>
                        <a:spcAft>
                          <a:spcPts val="0"/>
                        </a:spcAft>
                        <a:buClr>
                          <a:schemeClr val="lt1"/>
                        </a:buClr>
                        <a:buSzPts val="1100"/>
                        <a:buFont typeface="Malgun Gothic"/>
                        <a:buNone/>
                      </a:pPr>
                      <a:r>
                        <a:rPr b="1" lang="ko-KR" sz="1100" u="none" cap="none" strike="noStrike">
                          <a:solidFill>
                            <a:schemeClr val="lt1"/>
                          </a:solidFill>
                          <a:latin typeface="Malgun Gothic"/>
                          <a:ea typeface="Malgun Gothic"/>
                          <a:cs typeface="Malgun Gothic"/>
                          <a:sym typeface="Malgun Gothic"/>
                        </a:rPr>
                        <a:t>탐구 질문</a:t>
                      </a:r>
                      <a:endParaRPr b="1" sz="1100" u="none" cap="none" strike="noStrike">
                        <a:solidFill>
                          <a:schemeClr val="lt1"/>
                        </a:solidFill>
                        <a:latin typeface="Malgun Gothic"/>
                        <a:ea typeface="Malgun Gothic"/>
                        <a:cs typeface="Malgun Gothic"/>
                        <a:sym typeface="Malgun Gothic"/>
                      </a:endParaRPr>
                    </a:p>
                  </a:txBody>
                  <a:tcPr marT="45725" marB="45725" marR="0" marL="0" anchor="ctr">
                    <a:lnL cap="flat" cmpd="sng" w="9525">
                      <a:solidFill>
                        <a:srgbClr val="000000">
                          <a:alpha val="0"/>
                        </a:srgbClr>
                      </a:solidFill>
                      <a:prstDash val="solid"/>
                      <a:round/>
                      <a:headEnd len="sm" w="sm" type="none"/>
                      <a:tailEnd len="sm" w="sm" type="none"/>
                    </a:lnL>
                    <a:lnR cap="flat" cmpd="sng" w="9525">
                      <a:solidFill>
                        <a:srgbClr val="03A9F4"/>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03A9F4"/>
                    </a:solidFill>
                  </a:tcPr>
                </a:tc>
                <a:tc gridSpan="5">
                  <a:txBody>
                    <a:bodyPr/>
                    <a:lstStyle/>
                    <a:p>
                      <a:pPr indent="0" lvl="0" marL="0" marR="0" rtl="0" algn="l">
                        <a:lnSpc>
                          <a:spcPct val="100000"/>
                        </a:lnSpc>
                        <a:spcBef>
                          <a:spcPts val="0"/>
                        </a:spcBef>
                        <a:spcAft>
                          <a:spcPts val="0"/>
                        </a:spcAft>
                        <a:buClr>
                          <a:schemeClr val="dk1"/>
                        </a:buClr>
                        <a:buSzPts val="1100"/>
                        <a:buFont typeface="Calibri"/>
                        <a:buNone/>
                      </a:pPr>
                      <a:r>
                        <a:t/>
                      </a:r>
                      <a:endParaRPr b="1" sz="1100" u="none" cap="none" strike="noStrike">
                        <a:solidFill>
                          <a:schemeClr val="dk1"/>
                        </a:solidFill>
                        <a:latin typeface="Malgun Gothic"/>
                        <a:ea typeface="Malgun Gothic"/>
                        <a:cs typeface="Malgun Gothic"/>
                        <a:sym typeface="Malgun Gothic"/>
                      </a:endParaRPr>
                    </a:p>
                  </a:txBody>
                  <a:tcPr marT="45725" marB="45725" marR="90000" marL="90000" anchor="ctr">
                    <a:lnL cap="flat" cmpd="sng" w="9525">
                      <a:solidFill>
                        <a:srgbClr val="03A9F4"/>
                      </a:solidFill>
                      <a:prstDash val="solid"/>
                      <a:round/>
                      <a:headEnd len="sm" w="sm" type="none"/>
                      <a:tailEnd len="sm" w="sm" type="none"/>
                    </a:lnL>
                    <a:lnR cap="flat" cmpd="sng" w="9525">
                      <a:solidFill>
                        <a:srgbClr val="03A9F4"/>
                      </a:solidFill>
                      <a:prstDash val="solid"/>
                      <a:round/>
                      <a:headEnd len="sm" w="sm" type="none"/>
                      <a:tailEnd len="sm" w="sm" type="none"/>
                    </a:lnR>
                    <a:lnT cap="flat" cmpd="sng" w="9525">
                      <a:solidFill>
                        <a:srgbClr val="03A9F4"/>
                      </a:solidFill>
                      <a:prstDash val="solid"/>
                      <a:round/>
                      <a:headEnd len="sm" w="sm" type="none"/>
                      <a:tailEnd len="sm" w="sm" type="none"/>
                    </a:lnT>
                    <a:lnB cap="flat" cmpd="sng" w="9525">
                      <a:solidFill>
                        <a:srgbClr val="03A9F4"/>
                      </a:solidFill>
                      <a:prstDash val="solid"/>
                      <a:round/>
                      <a:headEnd len="sm" w="sm" type="none"/>
                      <a:tailEnd len="sm" w="sm" type="none"/>
                    </a:lnB>
                    <a:solidFill>
                      <a:schemeClr val="lt1"/>
                    </a:solidFill>
                  </a:tcPr>
                </a:tc>
                <a:tc hMerge="1"/>
                <a:tc hMerge="1"/>
                <a:tc hMerge="1"/>
                <a:tc hMerge="1"/>
                <a:tc>
                  <a:txBody>
                    <a:bodyPr/>
                    <a:lstStyle/>
                    <a:p>
                      <a:pPr indent="0" lvl="0" marL="0" marR="0" rtl="0" algn="ctr">
                        <a:lnSpc>
                          <a:spcPct val="100000"/>
                        </a:lnSpc>
                        <a:spcBef>
                          <a:spcPts val="0"/>
                        </a:spcBef>
                        <a:spcAft>
                          <a:spcPts val="0"/>
                        </a:spcAft>
                        <a:buClr>
                          <a:srgbClr val="000000"/>
                        </a:buClr>
                        <a:buSzPts val="1100"/>
                        <a:buFont typeface="Arial"/>
                        <a:buNone/>
                      </a:pPr>
                      <a:r>
                        <a:rPr b="1" lang="ko-KR" sz="1100" u="none" cap="none" strike="noStrike">
                          <a:solidFill>
                            <a:schemeClr val="lt1"/>
                          </a:solidFill>
                          <a:latin typeface="Malgun Gothic"/>
                          <a:ea typeface="Malgun Gothic"/>
                          <a:cs typeface="Malgun Gothic"/>
                          <a:sym typeface="Malgun Gothic"/>
                        </a:rPr>
                        <a:t>AI</a:t>
                      </a:r>
                      <a:r>
                        <a:rPr b="1" lang="ko-KR" sz="1100" u="none" cap="none" strike="noStrike">
                          <a:solidFill>
                            <a:schemeClr val="lt1"/>
                          </a:solidFill>
                        </a:rPr>
                        <a:t>·</a:t>
                      </a:r>
                      <a:r>
                        <a:rPr b="1" lang="ko-KR" sz="1100" u="none" cap="none" strike="noStrike">
                          <a:solidFill>
                            <a:schemeClr val="lt1"/>
                          </a:solidFill>
                          <a:latin typeface="Malgun Gothic"/>
                          <a:ea typeface="Malgun Gothic"/>
                          <a:cs typeface="Malgun Gothic"/>
                          <a:sym typeface="Malgun Gothic"/>
                        </a:rPr>
                        <a:t>디지털 도구</a:t>
                      </a:r>
                      <a:endParaRPr sz="1400" u="none" cap="none" strike="noStrike"/>
                    </a:p>
                  </a:txBody>
                  <a:tcPr marT="45725" marB="45725" marR="0" marL="0" anchor="ctr">
                    <a:lnL cap="flat" cmpd="sng" w="9525">
                      <a:solidFill>
                        <a:srgbClr val="03A9F4"/>
                      </a:solidFill>
                      <a:prstDash val="solid"/>
                      <a:round/>
                      <a:headEnd len="sm" w="sm" type="none"/>
                      <a:tailEnd len="sm" w="sm" type="none"/>
                    </a:lnL>
                    <a:lnR cap="flat" cmpd="sng" w="9525">
                      <a:solidFill>
                        <a:srgbClr val="03A9F4"/>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03A9F4"/>
                    </a:solidFill>
                  </a:tcPr>
                </a:tc>
                <a:tc gridSpan="3">
                  <a:txBody>
                    <a:bodyPr/>
                    <a:lstStyle/>
                    <a:p>
                      <a:pPr indent="0" lvl="0" marL="0" marR="0" rtl="0" algn="l">
                        <a:lnSpc>
                          <a:spcPct val="100000"/>
                        </a:lnSpc>
                        <a:spcBef>
                          <a:spcPts val="0"/>
                        </a:spcBef>
                        <a:spcAft>
                          <a:spcPts val="0"/>
                        </a:spcAft>
                        <a:buClr>
                          <a:schemeClr val="dk1"/>
                        </a:buClr>
                        <a:buSzPts val="1100"/>
                        <a:buFont typeface="Calibri"/>
                        <a:buNone/>
                      </a:pPr>
                      <a:r>
                        <a:t/>
                      </a:r>
                      <a:endParaRPr b="1" sz="1100" u="none" cap="none" strike="noStrike">
                        <a:solidFill>
                          <a:schemeClr val="dk1"/>
                        </a:solidFill>
                        <a:latin typeface="Malgun Gothic"/>
                        <a:ea typeface="Malgun Gothic"/>
                        <a:cs typeface="Malgun Gothic"/>
                        <a:sym typeface="Malgun Gothic"/>
                      </a:endParaRPr>
                    </a:p>
                  </a:txBody>
                  <a:tcPr marT="45725" marB="45725" marR="90000" marL="90000" anchor="ctr">
                    <a:lnL cap="flat" cmpd="sng" w="9525">
                      <a:solidFill>
                        <a:srgbClr val="03A9F4"/>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3A9F4"/>
                      </a:solidFill>
                      <a:prstDash val="solid"/>
                      <a:round/>
                      <a:headEnd len="sm" w="sm" type="none"/>
                      <a:tailEnd len="sm" w="sm" type="none"/>
                    </a:lnT>
                    <a:lnB cap="flat" cmpd="sng" w="9525">
                      <a:solidFill>
                        <a:srgbClr val="03A9F4"/>
                      </a:solidFill>
                      <a:prstDash val="solid"/>
                      <a:round/>
                      <a:headEnd len="sm" w="sm" type="none"/>
                      <a:tailEnd len="sm" w="sm" type="none"/>
                    </a:lnB>
                    <a:solidFill>
                      <a:schemeClr val="lt1"/>
                    </a:solidFill>
                  </a:tcPr>
                </a:tc>
                <a:tc hMerge="1"/>
                <a:tc hMerge="1"/>
              </a:tr>
              <a:tr h="314050">
                <a:tc>
                  <a:txBody>
                    <a:bodyPr/>
                    <a:lstStyle/>
                    <a:p>
                      <a:pPr indent="0" lvl="0" marL="0" marR="0" rtl="0" algn="ctr">
                        <a:lnSpc>
                          <a:spcPct val="100000"/>
                        </a:lnSpc>
                        <a:spcBef>
                          <a:spcPts val="0"/>
                        </a:spcBef>
                        <a:spcAft>
                          <a:spcPts val="0"/>
                        </a:spcAft>
                        <a:buClr>
                          <a:schemeClr val="lt1"/>
                        </a:buClr>
                        <a:buSzPts val="1100"/>
                        <a:buFont typeface="Malgun Gothic"/>
                        <a:buNone/>
                      </a:pPr>
                      <a:r>
                        <a:rPr b="1" lang="ko-KR" sz="1100" u="none" cap="none" strike="noStrike">
                          <a:solidFill>
                            <a:schemeClr val="lt1"/>
                          </a:solidFill>
                          <a:latin typeface="Malgun Gothic"/>
                          <a:ea typeface="Malgun Gothic"/>
                          <a:cs typeface="Malgun Gothic"/>
                          <a:sym typeface="Malgun Gothic"/>
                        </a:rPr>
                        <a:t>수업 의도</a:t>
                      </a:r>
                      <a:endParaRPr b="1" sz="1100" u="none" cap="none" strike="noStrike">
                        <a:solidFill>
                          <a:schemeClr val="lt1"/>
                        </a:solidFill>
                        <a:latin typeface="Malgun Gothic"/>
                        <a:ea typeface="Malgun Gothic"/>
                        <a:cs typeface="Malgun Gothic"/>
                        <a:sym typeface="Malgun Gothic"/>
                      </a:endParaRPr>
                    </a:p>
                  </a:txBody>
                  <a:tcPr marT="45725" marB="45725" marR="0" marL="0" anchor="ctr">
                    <a:lnL cap="flat" cmpd="sng" w="9525">
                      <a:solidFill>
                        <a:srgbClr val="000000">
                          <a:alpha val="0"/>
                        </a:srgbClr>
                      </a:solidFill>
                      <a:prstDash val="solid"/>
                      <a:round/>
                      <a:headEnd len="sm" w="sm" type="none"/>
                      <a:tailEnd len="sm" w="sm" type="none"/>
                    </a:lnL>
                    <a:lnR cap="flat" cmpd="sng" w="9525">
                      <a:solidFill>
                        <a:srgbClr val="03A9F4"/>
                      </a:solidFill>
                      <a:prstDash val="solid"/>
                      <a:round/>
                      <a:headEnd len="sm" w="sm" type="none"/>
                      <a:tailEnd len="sm" w="sm" type="none"/>
                    </a:lnR>
                    <a:lnT cap="flat" cmpd="sng" w="9525">
                      <a:solidFill>
                        <a:schemeClr val="lt1"/>
                      </a:solidFill>
                      <a:prstDash val="solid"/>
                      <a:round/>
                      <a:headEnd len="sm" w="sm" type="none"/>
                      <a:tailEnd len="sm" w="sm" type="none"/>
                    </a:lnT>
                    <a:lnB cap="flat" cmpd="sng" w="19050">
                      <a:solidFill>
                        <a:srgbClr val="03A9F4"/>
                      </a:solidFill>
                      <a:prstDash val="solid"/>
                      <a:round/>
                      <a:headEnd len="sm" w="sm" type="none"/>
                      <a:tailEnd len="sm" w="sm" type="none"/>
                    </a:lnB>
                    <a:solidFill>
                      <a:srgbClr val="03A9F4"/>
                    </a:solidFill>
                  </a:tcPr>
                </a:tc>
                <a:tc gridSpan="5">
                  <a:txBody>
                    <a:bodyPr/>
                    <a:lstStyle/>
                    <a:p>
                      <a:pPr indent="0" lvl="0" marL="0" marR="0" rtl="0" algn="l">
                        <a:lnSpc>
                          <a:spcPct val="100000"/>
                        </a:lnSpc>
                        <a:spcBef>
                          <a:spcPts val="0"/>
                        </a:spcBef>
                        <a:spcAft>
                          <a:spcPts val="0"/>
                        </a:spcAft>
                        <a:buClr>
                          <a:srgbClr val="000000"/>
                        </a:buClr>
                        <a:buSzPts val="1100"/>
                        <a:buFont typeface="Arial"/>
                        <a:buNone/>
                      </a:pPr>
                      <a:r>
                        <a:t/>
                      </a:r>
                      <a:endParaRPr b="1" sz="1100" u="none" cap="none" strike="noStrike">
                        <a:solidFill>
                          <a:schemeClr val="dk1"/>
                        </a:solidFill>
                        <a:latin typeface="Malgun Gothic"/>
                        <a:ea typeface="Malgun Gothic"/>
                        <a:cs typeface="Malgun Gothic"/>
                        <a:sym typeface="Malgun Gothic"/>
                      </a:endParaRPr>
                    </a:p>
                  </a:txBody>
                  <a:tcPr marT="45725" marB="45725" marR="90000" marL="90000" anchor="ctr">
                    <a:lnL cap="flat" cmpd="sng" w="9525">
                      <a:solidFill>
                        <a:srgbClr val="03A9F4"/>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3A9F4"/>
                      </a:solidFill>
                      <a:prstDash val="solid"/>
                      <a:round/>
                      <a:headEnd len="sm" w="sm" type="none"/>
                      <a:tailEnd len="sm" w="sm" type="none"/>
                    </a:lnT>
                    <a:lnB cap="flat" cmpd="sng" w="19050">
                      <a:solidFill>
                        <a:srgbClr val="03A9F4"/>
                      </a:solidFill>
                      <a:prstDash val="solid"/>
                      <a:round/>
                      <a:headEnd len="sm" w="sm" type="none"/>
                      <a:tailEnd len="sm" w="sm" type="none"/>
                    </a:lnB>
                    <a:solidFill>
                      <a:schemeClr val="lt1"/>
                    </a:solidFill>
                  </a:tcPr>
                </a:tc>
                <a:tc hMerge="1"/>
                <a:tc hMerge="1"/>
                <a:tc hMerge="1"/>
                <a:tc hMerge="1"/>
                <a:tc>
                  <a:txBody>
                    <a:bodyPr/>
                    <a:lstStyle/>
                    <a:p>
                      <a:pPr indent="0" lvl="0" marL="0" marR="0" rtl="0" algn="l">
                        <a:lnSpc>
                          <a:spcPct val="100000"/>
                        </a:lnSpc>
                        <a:spcBef>
                          <a:spcPts val="0"/>
                        </a:spcBef>
                        <a:spcAft>
                          <a:spcPts val="0"/>
                        </a:spcAft>
                        <a:buClr>
                          <a:srgbClr val="000000"/>
                        </a:buClr>
                        <a:buSzPts val="1100"/>
                        <a:buFont typeface="Arial"/>
                        <a:buNone/>
                      </a:pPr>
                      <a:r>
                        <a:rPr b="1" lang="ko-KR" sz="1100" u="none" cap="none" strike="noStrike">
                          <a:solidFill>
                            <a:schemeClr val="lt1"/>
                          </a:solidFill>
                          <a:latin typeface="Malgun Gothic"/>
                          <a:ea typeface="Malgun Gothic"/>
                          <a:cs typeface="Malgun Gothic"/>
                          <a:sym typeface="Malgun Gothic"/>
                        </a:rPr>
                        <a:t>수업 전 학생 및 과제 분석</a:t>
                      </a:r>
                      <a:endParaRPr sz="1400" u="none" cap="none" strike="noStrike"/>
                    </a:p>
                  </a:txBody>
                  <a:tcPr marT="45725" marB="45725" marR="90000" marL="90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lt1"/>
                      </a:solidFill>
                      <a:prstDash val="solid"/>
                      <a:round/>
                      <a:headEnd len="sm" w="sm" type="none"/>
                      <a:tailEnd len="sm" w="sm" type="none"/>
                    </a:lnT>
                    <a:lnB cap="flat" cmpd="sng" w="19050">
                      <a:solidFill>
                        <a:srgbClr val="03A9F4"/>
                      </a:solidFill>
                      <a:prstDash val="solid"/>
                      <a:round/>
                      <a:headEnd len="sm" w="sm" type="none"/>
                      <a:tailEnd len="sm" w="sm" type="none"/>
                    </a:lnB>
                    <a:solidFill>
                      <a:srgbClr val="03A9F4"/>
                    </a:solidFill>
                  </a:tcPr>
                </a:tc>
                <a:tc gridSpan="3">
                  <a:txBody>
                    <a:bodyPr/>
                    <a:lstStyle/>
                    <a:p>
                      <a:pPr indent="0" lvl="0" marL="0" marR="0" rtl="0" algn="l">
                        <a:lnSpc>
                          <a:spcPct val="100000"/>
                        </a:lnSpc>
                        <a:spcBef>
                          <a:spcPts val="0"/>
                        </a:spcBef>
                        <a:spcAft>
                          <a:spcPts val="0"/>
                        </a:spcAft>
                        <a:buClr>
                          <a:srgbClr val="000000"/>
                        </a:buClr>
                        <a:buSzPts val="1100"/>
                        <a:buFont typeface="Arial"/>
                        <a:buNone/>
                      </a:pPr>
                      <a:r>
                        <a:t/>
                      </a:r>
                      <a:endParaRPr b="1" sz="1100" u="none" cap="none" strike="noStrike">
                        <a:solidFill>
                          <a:schemeClr val="dk1"/>
                        </a:solidFill>
                        <a:latin typeface="Malgun Gothic"/>
                        <a:ea typeface="Malgun Gothic"/>
                        <a:cs typeface="Malgun Gothic"/>
                        <a:sym typeface="Malgun Gothic"/>
                      </a:endParaRPr>
                    </a:p>
                  </a:txBody>
                  <a:tcPr marT="45725" marB="45725" marR="90000" marL="90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3A9F4"/>
                      </a:solidFill>
                      <a:prstDash val="solid"/>
                      <a:round/>
                      <a:headEnd len="sm" w="sm" type="none"/>
                      <a:tailEnd len="sm" w="sm" type="none"/>
                    </a:lnT>
                    <a:lnB cap="flat" cmpd="sng" w="19050">
                      <a:solidFill>
                        <a:srgbClr val="03A9F4"/>
                      </a:solidFill>
                      <a:prstDash val="solid"/>
                      <a:round/>
                      <a:headEnd len="sm" w="sm" type="none"/>
                      <a:tailEnd len="sm" w="sm" type="none"/>
                    </a:lnB>
                    <a:solidFill>
                      <a:schemeClr val="lt1"/>
                    </a:solidFill>
                  </a:tcPr>
                </a:tc>
                <a:tc hMerge="1"/>
                <a:tc hMerge="1"/>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grpSp>
        <p:nvGrpSpPr>
          <p:cNvPr id="283" name="Google Shape;283;g3f3b1709a98_0_18"/>
          <p:cNvGrpSpPr/>
          <p:nvPr/>
        </p:nvGrpSpPr>
        <p:grpSpPr>
          <a:xfrm>
            <a:off x="260060" y="134638"/>
            <a:ext cx="11671761" cy="338700"/>
            <a:chOff x="260060" y="463574"/>
            <a:chExt cx="11671761" cy="338700"/>
          </a:xfrm>
        </p:grpSpPr>
        <p:sp>
          <p:nvSpPr>
            <p:cNvPr id="284" name="Google Shape;284;g3f3b1709a98_0_18"/>
            <p:cNvSpPr txBox="1"/>
            <p:nvPr/>
          </p:nvSpPr>
          <p:spPr>
            <a:xfrm>
              <a:off x="260060" y="463574"/>
              <a:ext cx="1015200" cy="338700"/>
            </a:xfrm>
            <a:prstGeom prst="rect">
              <a:avLst/>
            </a:prstGeom>
            <a:solidFill>
              <a:srgbClr val="2E75B5"/>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1" i="0" lang="ko-KR" sz="1600" u="none" cap="none" strike="noStrike">
                  <a:solidFill>
                    <a:schemeClr val="lt1"/>
                  </a:solidFill>
                  <a:latin typeface="Calibri"/>
                  <a:ea typeface="Calibri"/>
                  <a:cs typeface="Calibri"/>
                  <a:sym typeface="Calibri"/>
                </a:rPr>
                <a:t>별첨</a:t>
              </a:r>
              <a:endParaRPr b="0" i="0" sz="1400" u="none" cap="none" strike="noStrike">
                <a:solidFill>
                  <a:srgbClr val="000000"/>
                </a:solidFill>
                <a:latin typeface="Arial"/>
                <a:ea typeface="Arial"/>
                <a:cs typeface="Arial"/>
                <a:sym typeface="Arial"/>
              </a:endParaRPr>
            </a:p>
          </p:txBody>
        </p:sp>
        <p:sp>
          <p:nvSpPr>
            <p:cNvPr id="285" name="Google Shape;285;g3f3b1709a98_0_18"/>
            <p:cNvSpPr txBox="1"/>
            <p:nvPr/>
          </p:nvSpPr>
          <p:spPr>
            <a:xfrm>
              <a:off x="1434521" y="463574"/>
              <a:ext cx="10497300" cy="338700"/>
            </a:xfrm>
            <a:prstGeom prst="rect">
              <a:avLst/>
            </a:pr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600"/>
                <a:buFont typeface="Arial"/>
                <a:buNone/>
              </a:pPr>
              <a:r>
                <a:rPr b="1" i="0" lang="ko-KR" sz="1600" u="none" cap="none" strike="noStrike">
                  <a:solidFill>
                    <a:schemeClr val="dk1"/>
                  </a:solidFill>
                  <a:latin typeface="Calibri"/>
                  <a:ea typeface="Calibri"/>
                  <a:cs typeface="Calibri"/>
                  <a:sym typeface="Calibri"/>
                </a:rPr>
                <a:t>AI·디지털 도구 활용 교수·학습 설계안(양식)</a:t>
              </a:r>
              <a:endParaRPr b="1" i="0" sz="1600" u="none" cap="none" strike="noStrike">
                <a:solidFill>
                  <a:schemeClr val="dk1"/>
                </a:solidFill>
                <a:latin typeface="Calibri"/>
                <a:ea typeface="Calibri"/>
                <a:cs typeface="Calibri"/>
                <a:sym typeface="Calibri"/>
              </a:endParaRPr>
            </a:p>
          </p:txBody>
        </p:sp>
      </p:grpSp>
      <p:sp>
        <p:nvSpPr>
          <p:cNvPr id="286" name="Google Shape;286;g3f3b1709a98_0_18"/>
          <p:cNvSpPr/>
          <p:nvPr/>
        </p:nvSpPr>
        <p:spPr>
          <a:xfrm>
            <a:off x="3667127" y="555805"/>
            <a:ext cx="4857600" cy="353700"/>
          </a:xfrm>
          <a:prstGeom prst="roundRect">
            <a:avLst>
              <a:gd fmla="val 50000" name="adj"/>
            </a:avLst>
          </a:prstGeom>
          <a:solidFill>
            <a:srgbClr val="03A9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500"/>
              <a:buFont typeface="Arial"/>
              <a:buNone/>
            </a:pPr>
            <a:r>
              <a:rPr b="1" i="0" lang="ko-KR" sz="1500" u="none" cap="none" strike="noStrike">
                <a:solidFill>
                  <a:schemeClr val="lt1"/>
                </a:solidFill>
                <a:latin typeface="Malgun Gothic"/>
                <a:ea typeface="Malgun Gothic"/>
                <a:cs typeface="Malgun Gothic"/>
                <a:sym typeface="Malgun Gothic"/>
              </a:rPr>
              <a:t>(            )과 AI·디지털 도구 활용 교수·학습설계안</a:t>
            </a:r>
            <a:endParaRPr b="1" i="0" sz="1500" u="none" cap="none" strike="noStrike">
              <a:solidFill>
                <a:schemeClr val="lt1"/>
              </a:solidFill>
              <a:latin typeface="Calibri"/>
              <a:ea typeface="Calibri"/>
              <a:cs typeface="Calibri"/>
              <a:sym typeface="Calibri"/>
            </a:endParaRPr>
          </a:p>
        </p:txBody>
      </p:sp>
      <p:grpSp>
        <p:nvGrpSpPr>
          <p:cNvPr id="287" name="Google Shape;287;g3f3b1709a98_0_18"/>
          <p:cNvGrpSpPr/>
          <p:nvPr/>
        </p:nvGrpSpPr>
        <p:grpSpPr>
          <a:xfrm>
            <a:off x="745923" y="3033212"/>
            <a:ext cx="11229528" cy="3512694"/>
            <a:chOff x="570454" y="1941446"/>
            <a:chExt cx="11434200" cy="4576800"/>
          </a:xfrm>
        </p:grpSpPr>
        <p:cxnSp>
          <p:nvCxnSpPr>
            <p:cNvPr id="288" name="Google Shape;288;g3f3b1709a98_0_18"/>
            <p:cNvCxnSpPr/>
            <p:nvPr/>
          </p:nvCxnSpPr>
          <p:spPr>
            <a:xfrm>
              <a:off x="570454" y="6518246"/>
              <a:ext cx="11434200" cy="0"/>
            </a:xfrm>
            <a:prstGeom prst="straightConnector1">
              <a:avLst/>
            </a:prstGeom>
            <a:noFill/>
            <a:ln cap="flat" cmpd="sng" w="28575">
              <a:solidFill>
                <a:schemeClr val="dk1"/>
              </a:solidFill>
              <a:prstDash val="solid"/>
              <a:miter lim="80"/>
              <a:headEnd len="sm" w="sm" type="none"/>
              <a:tailEnd len="med" w="med" type="triangle"/>
            </a:ln>
          </p:spPr>
        </p:cxnSp>
        <p:cxnSp>
          <p:nvCxnSpPr>
            <p:cNvPr id="289" name="Google Shape;289;g3f3b1709a98_0_18"/>
            <p:cNvCxnSpPr/>
            <p:nvPr/>
          </p:nvCxnSpPr>
          <p:spPr>
            <a:xfrm rot="10800000">
              <a:off x="570454" y="1941446"/>
              <a:ext cx="0" cy="4576800"/>
            </a:xfrm>
            <a:prstGeom prst="straightConnector1">
              <a:avLst/>
            </a:prstGeom>
            <a:noFill/>
            <a:ln cap="flat" cmpd="sng" w="28575">
              <a:solidFill>
                <a:schemeClr val="dk1"/>
              </a:solidFill>
              <a:prstDash val="solid"/>
              <a:miter lim="80"/>
              <a:headEnd len="sm" w="sm" type="none"/>
              <a:tailEnd len="sm" w="sm" type="none"/>
            </a:ln>
          </p:spPr>
        </p:cxnSp>
      </p:grpSp>
      <p:sp>
        <p:nvSpPr>
          <p:cNvPr id="290" name="Google Shape;290;g3f3b1709a98_0_18"/>
          <p:cNvSpPr txBox="1"/>
          <p:nvPr/>
        </p:nvSpPr>
        <p:spPr>
          <a:xfrm>
            <a:off x="11575375" y="6233119"/>
            <a:ext cx="307800" cy="231000"/>
          </a:xfrm>
          <a:prstGeom prst="rect">
            <a:avLst/>
          </a:prstGeom>
          <a:noFill/>
          <a:ln>
            <a:noFill/>
          </a:ln>
        </p:spPr>
        <p:txBody>
          <a:bodyPr anchorCtr="0" anchor="t" bIns="4570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1" i="0" lang="ko-KR" sz="1200" u="none" cap="none" strike="noStrike">
                <a:solidFill>
                  <a:schemeClr val="dk1"/>
                </a:solidFill>
                <a:latin typeface="Calibri"/>
                <a:ea typeface="Calibri"/>
                <a:cs typeface="Calibri"/>
                <a:sym typeface="Calibri"/>
              </a:rPr>
              <a:t>시간</a:t>
            </a:r>
            <a:endParaRPr b="0" i="0" sz="1400" u="none" cap="none" strike="noStrike">
              <a:solidFill>
                <a:srgbClr val="000000"/>
              </a:solidFill>
              <a:latin typeface="Arial"/>
              <a:ea typeface="Arial"/>
              <a:cs typeface="Arial"/>
              <a:sym typeface="Arial"/>
            </a:endParaRPr>
          </a:p>
        </p:txBody>
      </p:sp>
      <p:cxnSp>
        <p:nvCxnSpPr>
          <p:cNvPr id="291" name="Google Shape;291;g3f3b1709a98_0_18"/>
          <p:cNvCxnSpPr/>
          <p:nvPr/>
        </p:nvCxnSpPr>
        <p:spPr>
          <a:xfrm flipH="1" rot="10800000">
            <a:off x="768353" y="3719477"/>
            <a:ext cx="11114700" cy="57900"/>
          </a:xfrm>
          <a:prstGeom prst="straightConnector1">
            <a:avLst/>
          </a:prstGeom>
          <a:noFill/>
          <a:ln cap="rnd" cmpd="sng" w="22225">
            <a:solidFill>
              <a:schemeClr val="dk1"/>
            </a:solidFill>
            <a:prstDash val="dot"/>
            <a:miter lim="80"/>
            <a:headEnd len="sm" w="sm" type="none"/>
            <a:tailEnd len="sm" w="sm" type="none"/>
          </a:ln>
        </p:spPr>
      </p:cxnSp>
      <p:cxnSp>
        <p:nvCxnSpPr>
          <p:cNvPr id="292" name="Google Shape;292;g3f3b1709a98_0_18"/>
          <p:cNvCxnSpPr/>
          <p:nvPr/>
        </p:nvCxnSpPr>
        <p:spPr>
          <a:xfrm>
            <a:off x="743142" y="4770269"/>
            <a:ext cx="11141100" cy="0"/>
          </a:xfrm>
          <a:prstGeom prst="straightConnector1">
            <a:avLst/>
          </a:prstGeom>
          <a:noFill/>
          <a:ln cap="rnd" cmpd="sng" w="22225">
            <a:solidFill>
              <a:schemeClr val="dk1"/>
            </a:solidFill>
            <a:prstDash val="dot"/>
            <a:miter lim="80"/>
            <a:headEnd len="sm" w="sm" type="none"/>
            <a:tailEnd len="sm" w="sm" type="none"/>
          </a:ln>
        </p:spPr>
      </p:cxnSp>
      <p:cxnSp>
        <p:nvCxnSpPr>
          <p:cNvPr id="293" name="Google Shape;293;g3f3b1709a98_0_18"/>
          <p:cNvCxnSpPr/>
          <p:nvPr/>
        </p:nvCxnSpPr>
        <p:spPr>
          <a:xfrm>
            <a:off x="768353" y="5763159"/>
            <a:ext cx="11114700" cy="0"/>
          </a:xfrm>
          <a:prstGeom prst="straightConnector1">
            <a:avLst/>
          </a:prstGeom>
          <a:noFill/>
          <a:ln cap="rnd" cmpd="sng" w="22225">
            <a:solidFill>
              <a:schemeClr val="dk1"/>
            </a:solidFill>
            <a:prstDash val="dot"/>
            <a:miter lim="80"/>
            <a:headEnd len="sm" w="sm" type="none"/>
            <a:tailEnd len="sm" w="sm" type="none"/>
          </a:ln>
        </p:spPr>
      </p:cxnSp>
      <p:cxnSp>
        <p:nvCxnSpPr>
          <p:cNvPr id="294" name="Google Shape;294;g3f3b1709a98_0_18"/>
          <p:cNvCxnSpPr>
            <a:stCxn id="295" idx="3"/>
            <a:endCxn id="296" idx="1"/>
          </p:cNvCxnSpPr>
          <p:nvPr/>
        </p:nvCxnSpPr>
        <p:spPr>
          <a:xfrm flipH="1" rot="10800000">
            <a:off x="2837084" y="3753665"/>
            <a:ext cx="928500" cy="1011300"/>
          </a:xfrm>
          <a:prstGeom prst="bentConnector3">
            <a:avLst>
              <a:gd fmla="val 50000" name="adj1"/>
            </a:avLst>
          </a:prstGeom>
          <a:noFill/>
          <a:ln cap="flat" cmpd="sng" w="38100">
            <a:solidFill>
              <a:schemeClr val="dk1"/>
            </a:solidFill>
            <a:prstDash val="solid"/>
            <a:miter lim="80"/>
            <a:headEnd len="sm" w="sm" type="none"/>
            <a:tailEnd len="med" w="med" type="triangle"/>
          </a:ln>
        </p:spPr>
      </p:cxnSp>
      <p:cxnSp>
        <p:nvCxnSpPr>
          <p:cNvPr id="297" name="Google Shape;297;g3f3b1709a98_0_18"/>
          <p:cNvCxnSpPr>
            <a:stCxn id="296" idx="3"/>
            <a:endCxn id="298" idx="1"/>
          </p:cNvCxnSpPr>
          <p:nvPr/>
        </p:nvCxnSpPr>
        <p:spPr>
          <a:xfrm>
            <a:off x="5638437" y="3753644"/>
            <a:ext cx="1111800" cy="1019100"/>
          </a:xfrm>
          <a:prstGeom prst="bentConnector3">
            <a:avLst>
              <a:gd fmla="val 49994" name="adj1"/>
            </a:avLst>
          </a:prstGeom>
          <a:noFill/>
          <a:ln cap="flat" cmpd="sng" w="38100">
            <a:solidFill>
              <a:schemeClr val="dk1"/>
            </a:solidFill>
            <a:prstDash val="solid"/>
            <a:miter lim="80"/>
            <a:headEnd len="sm" w="sm" type="none"/>
            <a:tailEnd len="med" w="med" type="triangle"/>
          </a:ln>
        </p:spPr>
      </p:cxnSp>
      <p:cxnSp>
        <p:nvCxnSpPr>
          <p:cNvPr id="299" name="Google Shape;299;g3f3b1709a98_0_18"/>
          <p:cNvCxnSpPr>
            <a:stCxn id="298" idx="3"/>
            <a:endCxn id="300" idx="1"/>
          </p:cNvCxnSpPr>
          <p:nvPr/>
        </p:nvCxnSpPr>
        <p:spPr>
          <a:xfrm flipH="1" rot="10800000">
            <a:off x="8622955" y="3726954"/>
            <a:ext cx="1326900" cy="1045800"/>
          </a:xfrm>
          <a:prstGeom prst="bentConnector3">
            <a:avLst>
              <a:gd fmla="val 50000" name="adj1"/>
            </a:avLst>
          </a:prstGeom>
          <a:noFill/>
          <a:ln cap="flat" cmpd="sng" w="38100">
            <a:solidFill>
              <a:schemeClr val="dk1"/>
            </a:solidFill>
            <a:prstDash val="solid"/>
            <a:miter lim="80"/>
            <a:headEnd len="sm" w="sm" type="none"/>
            <a:tailEnd len="med" w="med" type="triangle"/>
          </a:ln>
        </p:spPr>
      </p:cxnSp>
      <p:grpSp>
        <p:nvGrpSpPr>
          <p:cNvPr id="301" name="Google Shape;301;g3f3b1709a98_0_18"/>
          <p:cNvGrpSpPr/>
          <p:nvPr/>
        </p:nvGrpSpPr>
        <p:grpSpPr>
          <a:xfrm>
            <a:off x="964363" y="4070666"/>
            <a:ext cx="1873013" cy="1994104"/>
            <a:chOff x="936601" y="4046957"/>
            <a:chExt cx="1721203" cy="1994104"/>
          </a:xfrm>
        </p:grpSpPr>
        <p:sp>
          <p:nvSpPr>
            <p:cNvPr id="302" name="Google Shape;302;g3f3b1709a98_0_18"/>
            <p:cNvSpPr/>
            <p:nvPr/>
          </p:nvSpPr>
          <p:spPr>
            <a:xfrm>
              <a:off x="936704" y="5374461"/>
              <a:ext cx="1721100" cy="666600"/>
            </a:xfrm>
            <a:prstGeom prst="roundRect">
              <a:avLst>
                <a:gd fmla="val 6381" name="adj"/>
              </a:avLst>
            </a:prstGeom>
            <a:solidFill>
              <a:srgbClr val="EEE5FF"/>
            </a:solidFill>
            <a:ln cap="flat" cmpd="sng" w="12700">
              <a:solidFill>
                <a:srgbClr val="9965FF"/>
              </a:solidFill>
              <a:prstDash val="solid"/>
              <a:miter lim="80"/>
              <a:headEnd len="sm" w="sm" type="none"/>
              <a:tailEnd len="sm" w="sm" type="none"/>
            </a:ln>
          </p:spPr>
          <p:txBody>
            <a:bodyPr anchorCtr="0" anchor="ctr" bIns="0" lIns="0" spcFirstLastPara="1" rIns="0" wrap="square" tIns="0">
              <a:noAutofit/>
            </a:bodyPr>
            <a:lstStyle/>
            <a:p>
              <a:pPr indent="0" lvl="0" marL="85725" marR="0" rtl="0" algn="l">
                <a:lnSpc>
                  <a:spcPct val="110000"/>
                </a:lnSpc>
                <a:spcBef>
                  <a:spcPts val="0"/>
                </a:spcBef>
                <a:spcAft>
                  <a:spcPts val="0"/>
                </a:spcAft>
                <a:buClr>
                  <a:srgbClr val="000000"/>
                </a:buClr>
                <a:buSzPts val="1000"/>
                <a:buFont typeface="Arial"/>
                <a:buNone/>
              </a:pPr>
              <a:r>
                <a:rPr b="1" i="0" lang="ko-KR" sz="1000" u="none" cap="none" strike="noStrike">
                  <a:solidFill>
                    <a:schemeClr val="dk1"/>
                  </a:solidFill>
                  <a:latin typeface="Calibri"/>
                  <a:ea typeface="Calibri"/>
                  <a:cs typeface="Calibri"/>
                  <a:sym typeface="Calibri"/>
                </a:rPr>
                <a:t>도구: </a:t>
              </a:r>
              <a:endParaRPr b="0" i="0" sz="1400" u="none" cap="none" strike="noStrike">
                <a:solidFill>
                  <a:srgbClr val="000000"/>
                </a:solidFill>
                <a:latin typeface="Arial"/>
                <a:ea typeface="Arial"/>
                <a:cs typeface="Arial"/>
                <a:sym typeface="Arial"/>
              </a:endParaRPr>
            </a:p>
            <a:p>
              <a:pPr indent="0" lvl="0" marL="85725" marR="0" rtl="0" algn="l">
                <a:lnSpc>
                  <a:spcPct val="110000"/>
                </a:lnSpc>
                <a:spcBef>
                  <a:spcPts val="0"/>
                </a:spcBef>
                <a:spcAft>
                  <a:spcPts val="0"/>
                </a:spcAft>
                <a:buClr>
                  <a:srgbClr val="000000"/>
                </a:buClr>
                <a:buSzPts val="1000"/>
                <a:buFont typeface="Arial"/>
                <a:buNone/>
              </a:pPr>
              <a:r>
                <a:rPr b="1" i="0" lang="ko-KR" sz="1000" u="none" cap="none" strike="noStrike">
                  <a:solidFill>
                    <a:schemeClr val="dk1"/>
                  </a:solidFill>
                  <a:latin typeface="Calibri"/>
                  <a:ea typeface="Calibri"/>
                  <a:cs typeface="Calibri"/>
                  <a:sym typeface="Calibri"/>
                </a:rPr>
                <a:t>역할: </a:t>
              </a:r>
              <a:endParaRPr b="1" i="0" sz="1000" u="none" cap="none" strike="noStrike">
                <a:solidFill>
                  <a:schemeClr val="dk1"/>
                </a:solidFill>
                <a:latin typeface="Calibri"/>
                <a:ea typeface="Calibri"/>
                <a:cs typeface="Calibri"/>
                <a:sym typeface="Calibri"/>
              </a:endParaRPr>
            </a:p>
          </p:txBody>
        </p:sp>
        <p:grpSp>
          <p:nvGrpSpPr>
            <p:cNvPr id="303" name="Google Shape;303;g3f3b1709a98_0_18"/>
            <p:cNvGrpSpPr/>
            <p:nvPr/>
          </p:nvGrpSpPr>
          <p:grpSpPr>
            <a:xfrm>
              <a:off x="936601" y="4046957"/>
              <a:ext cx="1720935" cy="1257249"/>
              <a:chOff x="2194117" y="4892040"/>
              <a:chExt cx="1381500" cy="1257249"/>
            </a:xfrm>
          </p:grpSpPr>
          <p:sp>
            <p:nvSpPr>
              <p:cNvPr id="295" name="Google Shape;295;g3f3b1709a98_0_18"/>
              <p:cNvSpPr/>
              <p:nvPr/>
            </p:nvSpPr>
            <p:spPr>
              <a:xfrm>
                <a:off x="2194117" y="5023389"/>
                <a:ext cx="1381500" cy="1125900"/>
              </a:xfrm>
              <a:prstGeom prst="roundRect">
                <a:avLst>
                  <a:gd fmla="val 5951" name="adj"/>
                </a:avLst>
              </a:prstGeom>
              <a:solidFill>
                <a:schemeClr val="lt1"/>
              </a:solidFill>
              <a:ln cap="flat" cmpd="sng" w="19050">
                <a:solidFill>
                  <a:srgbClr val="9965FF"/>
                </a:solidFill>
                <a:prstDash val="solid"/>
                <a:miter lim="80"/>
                <a:headEnd len="sm" w="sm" type="none"/>
                <a:tailEnd len="sm" w="sm" type="none"/>
              </a:ln>
            </p:spPr>
            <p:txBody>
              <a:bodyPr anchorCtr="0" anchor="t" bIns="0" lIns="0" spcFirstLastPara="1" rIns="0" wrap="square" tIns="144000">
                <a:noAutofit/>
              </a:bodyPr>
              <a:lstStyle/>
              <a:p>
                <a:pPr indent="0" lvl="0" marL="0" marR="0" rtl="0" algn="ctr">
                  <a:lnSpc>
                    <a:spcPct val="130000"/>
                  </a:lnSpc>
                  <a:spcBef>
                    <a:spcPts val="0"/>
                  </a:spcBef>
                  <a:spcAft>
                    <a:spcPts val="0"/>
                  </a:spcAft>
                  <a:buClr>
                    <a:srgbClr val="000000"/>
                  </a:buClr>
                  <a:buSzPts val="1000"/>
                  <a:buFont typeface="Arial"/>
                  <a:buNone/>
                </a:pPr>
                <a:r>
                  <a:rPr b="1" i="0" lang="ko-KR" sz="1000" u="none" cap="none" strike="noStrike">
                    <a:solidFill>
                      <a:schemeClr val="dk1"/>
                    </a:solidFill>
                    <a:latin typeface="Calibri"/>
                    <a:ea typeface="Calibri"/>
                    <a:cs typeface="Calibri"/>
                    <a:sym typeface="Calibri"/>
                  </a:rPr>
                  <a:t>활동제목</a:t>
                </a:r>
                <a:endParaRPr b="1" i="0" sz="10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000000"/>
                  </a:buClr>
                  <a:buSzPts val="1000"/>
                  <a:buFont typeface="Arial"/>
                  <a:buNone/>
                </a:pPr>
                <a:r>
                  <a:rPr b="0" i="0" lang="ko-KR" sz="1000" u="none" cap="none" strike="noStrike">
                    <a:solidFill>
                      <a:schemeClr val="dk1"/>
                    </a:solidFill>
                    <a:latin typeface="Calibri"/>
                    <a:ea typeface="Calibri"/>
                    <a:cs typeface="Calibri"/>
                    <a:sym typeface="Calibri"/>
                  </a:rPr>
                  <a:t> ▪ 교사 활동</a:t>
                </a:r>
                <a:endParaRPr b="0" i="0" sz="10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000000"/>
                  </a:buClr>
                  <a:buSzPts val="1000"/>
                  <a:buFont typeface="Arial"/>
                  <a:buNone/>
                </a:pPr>
                <a:r>
                  <a:rPr b="0" i="0" lang="ko-KR" sz="1000" u="none" cap="none" strike="noStrike">
                    <a:solidFill>
                      <a:schemeClr val="dk1"/>
                    </a:solidFill>
                    <a:latin typeface="Calibri"/>
                    <a:ea typeface="Calibri"/>
                    <a:cs typeface="Calibri"/>
                    <a:sym typeface="Calibri"/>
                  </a:rPr>
                  <a:t>   - 학생 활동</a:t>
                </a:r>
                <a:endParaRPr b="0" i="0" sz="10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000000"/>
                  </a:buClr>
                  <a:buSzPts val="1000"/>
                  <a:buFont typeface="Arial"/>
                  <a:buNone/>
                </a:pPr>
                <a:r>
                  <a:rPr b="0" i="0" lang="ko-KR" sz="1000" u="none" cap="none" strike="noStrike">
                    <a:solidFill>
                      <a:schemeClr val="dk1"/>
                    </a:solidFill>
                    <a:latin typeface="Calibri"/>
                    <a:ea typeface="Calibri"/>
                    <a:cs typeface="Calibri"/>
                    <a:sym typeface="Calibri"/>
                  </a:rPr>
                  <a:t>   - 학생 활동</a:t>
                </a:r>
                <a:endParaRPr b="0" i="0" sz="1000" u="none" cap="none" strike="noStrike">
                  <a:solidFill>
                    <a:schemeClr val="dk1"/>
                  </a:solidFill>
                  <a:latin typeface="Calibri"/>
                  <a:ea typeface="Calibri"/>
                  <a:cs typeface="Calibri"/>
                  <a:sym typeface="Calibri"/>
                </a:endParaRPr>
              </a:p>
            </p:txBody>
          </p:sp>
          <p:sp>
            <p:nvSpPr>
              <p:cNvPr id="304" name="Google Shape;304;g3f3b1709a98_0_18"/>
              <p:cNvSpPr/>
              <p:nvPr/>
            </p:nvSpPr>
            <p:spPr>
              <a:xfrm>
                <a:off x="2274652" y="4892040"/>
                <a:ext cx="1221900" cy="264300"/>
              </a:xfrm>
              <a:prstGeom prst="roundRect">
                <a:avLst>
                  <a:gd fmla="val 50000" name="adj"/>
                </a:avLst>
              </a:prstGeom>
              <a:solidFill>
                <a:srgbClr val="9965F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ko-KR" sz="1000" u="none" cap="none" strike="noStrike">
                    <a:solidFill>
                      <a:schemeClr val="lt1"/>
                    </a:solidFill>
                    <a:latin typeface="Calibri"/>
                    <a:ea typeface="Calibri"/>
                    <a:cs typeface="Calibri"/>
                    <a:sym typeface="Calibri"/>
                  </a:rPr>
                  <a:t>단계명(분)  or  차시</a:t>
                </a:r>
                <a:endParaRPr b="0" i="0" sz="1400" u="none" cap="none" strike="noStrike">
                  <a:solidFill>
                    <a:srgbClr val="000000"/>
                  </a:solidFill>
                  <a:latin typeface="Arial"/>
                  <a:ea typeface="Arial"/>
                  <a:cs typeface="Arial"/>
                  <a:sym typeface="Arial"/>
                </a:endParaRPr>
              </a:p>
            </p:txBody>
          </p:sp>
        </p:grpSp>
      </p:grpSp>
      <p:grpSp>
        <p:nvGrpSpPr>
          <p:cNvPr id="305" name="Google Shape;305;g3f3b1709a98_0_18"/>
          <p:cNvGrpSpPr/>
          <p:nvPr/>
        </p:nvGrpSpPr>
        <p:grpSpPr>
          <a:xfrm>
            <a:off x="3765716" y="2798645"/>
            <a:ext cx="1873013" cy="2513252"/>
            <a:chOff x="936601" y="4046957"/>
            <a:chExt cx="1721203" cy="2513252"/>
          </a:xfrm>
        </p:grpSpPr>
        <p:sp>
          <p:nvSpPr>
            <p:cNvPr id="306" name="Google Shape;306;g3f3b1709a98_0_18"/>
            <p:cNvSpPr/>
            <p:nvPr/>
          </p:nvSpPr>
          <p:spPr>
            <a:xfrm>
              <a:off x="936704" y="5893609"/>
              <a:ext cx="1721100" cy="666600"/>
            </a:xfrm>
            <a:prstGeom prst="roundRect">
              <a:avLst>
                <a:gd fmla="val 6381" name="adj"/>
              </a:avLst>
            </a:prstGeom>
            <a:solidFill>
              <a:srgbClr val="E0F8F6"/>
            </a:solidFill>
            <a:ln cap="flat" cmpd="sng" w="12700">
              <a:solidFill>
                <a:srgbClr val="29B6AA"/>
              </a:solidFill>
              <a:prstDash val="solid"/>
              <a:miter lim="80"/>
              <a:headEnd len="sm" w="sm" type="none"/>
              <a:tailEnd len="sm" w="sm" type="none"/>
            </a:ln>
          </p:spPr>
          <p:txBody>
            <a:bodyPr anchorCtr="0" anchor="ctr" bIns="0" lIns="0" spcFirstLastPara="1" rIns="0" wrap="square" tIns="0">
              <a:noAutofit/>
            </a:bodyPr>
            <a:lstStyle/>
            <a:p>
              <a:pPr indent="0" lvl="0" marL="85725" marR="0" rtl="0" algn="l">
                <a:lnSpc>
                  <a:spcPct val="110000"/>
                </a:lnSpc>
                <a:spcBef>
                  <a:spcPts val="0"/>
                </a:spcBef>
                <a:spcAft>
                  <a:spcPts val="0"/>
                </a:spcAft>
                <a:buClr>
                  <a:srgbClr val="000000"/>
                </a:buClr>
                <a:buSzPts val="1000"/>
                <a:buFont typeface="Arial"/>
                <a:buNone/>
              </a:pPr>
              <a:r>
                <a:rPr b="1" i="0" lang="ko-KR" sz="1000" u="none" cap="none" strike="noStrike">
                  <a:solidFill>
                    <a:schemeClr val="dk1"/>
                  </a:solidFill>
                  <a:latin typeface="Calibri"/>
                  <a:ea typeface="Calibri"/>
                  <a:cs typeface="Calibri"/>
                  <a:sym typeface="Calibri"/>
                </a:rPr>
                <a:t>도구: </a:t>
              </a:r>
              <a:endParaRPr b="0" i="0" sz="1400" u="none" cap="none" strike="noStrike">
                <a:solidFill>
                  <a:srgbClr val="000000"/>
                </a:solidFill>
                <a:latin typeface="Arial"/>
                <a:ea typeface="Arial"/>
                <a:cs typeface="Arial"/>
                <a:sym typeface="Arial"/>
              </a:endParaRPr>
            </a:p>
            <a:p>
              <a:pPr indent="0" lvl="0" marL="85725" marR="0" rtl="0" algn="l">
                <a:lnSpc>
                  <a:spcPct val="110000"/>
                </a:lnSpc>
                <a:spcBef>
                  <a:spcPts val="0"/>
                </a:spcBef>
                <a:spcAft>
                  <a:spcPts val="0"/>
                </a:spcAft>
                <a:buClr>
                  <a:srgbClr val="000000"/>
                </a:buClr>
                <a:buSzPts val="1000"/>
                <a:buFont typeface="Arial"/>
                <a:buNone/>
              </a:pPr>
              <a:r>
                <a:rPr b="1" i="0" lang="ko-KR" sz="1000" u="none" cap="none" strike="noStrike">
                  <a:solidFill>
                    <a:schemeClr val="dk1"/>
                  </a:solidFill>
                  <a:latin typeface="Calibri"/>
                  <a:ea typeface="Calibri"/>
                  <a:cs typeface="Calibri"/>
                  <a:sym typeface="Calibri"/>
                </a:rPr>
                <a:t>역할: </a:t>
              </a:r>
              <a:endParaRPr b="1" i="0" sz="1000" u="none" cap="none" strike="noStrike">
                <a:solidFill>
                  <a:schemeClr val="dk1"/>
                </a:solidFill>
                <a:latin typeface="Calibri"/>
                <a:ea typeface="Calibri"/>
                <a:cs typeface="Calibri"/>
                <a:sym typeface="Calibri"/>
              </a:endParaRPr>
            </a:p>
          </p:txBody>
        </p:sp>
        <p:grpSp>
          <p:nvGrpSpPr>
            <p:cNvPr id="307" name="Google Shape;307;g3f3b1709a98_0_18"/>
            <p:cNvGrpSpPr/>
            <p:nvPr/>
          </p:nvGrpSpPr>
          <p:grpSpPr>
            <a:xfrm>
              <a:off x="936601" y="4046957"/>
              <a:ext cx="1720935" cy="1778649"/>
              <a:chOff x="2194117" y="4892040"/>
              <a:chExt cx="1381500" cy="1778649"/>
            </a:xfrm>
          </p:grpSpPr>
          <p:sp>
            <p:nvSpPr>
              <p:cNvPr id="296" name="Google Shape;296;g3f3b1709a98_0_18"/>
              <p:cNvSpPr/>
              <p:nvPr/>
            </p:nvSpPr>
            <p:spPr>
              <a:xfrm>
                <a:off x="2194117" y="5023389"/>
                <a:ext cx="1381500" cy="1647300"/>
              </a:xfrm>
              <a:prstGeom prst="roundRect">
                <a:avLst>
                  <a:gd fmla="val 5951" name="adj"/>
                </a:avLst>
              </a:prstGeom>
              <a:solidFill>
                <a:schemeClr val="lt1"/>
              </a:solidFill>
              <a:ln cap="flat" cmpd="sng" w="19050">
                <a:solidFill>
                  <a:srgbClr val="29B6AA"/>
                </a:solidFill>
                <a:prstDash val="solid"/>
                <a:miter lim="80"/>
                <a:headEnd len="sm" w="sm" type="none"/>
                <a:tailEnd len="sm" w="sm" type="none"/>
              </a:ln>
            </p:spPr>
            <p:txBody>
              <a:bodyPr anchorCtr="0" anchor="t" bIns="0" lIns="0" spcFirstLastPara="1" rIns="0" wrap="square" tIns="144000">
                <a:noAutofit/>
              </a:bodyPr>
              <a:lstStyle/>
              <a:p>
                <a:pPr indent="0" lvl="0" marL="0" marR="0" rtl="0" algn="ctr">
                  <a:lnSpc>
                    <a:spcPct val="130000"/>
                  </a:lnSpc>
                  <a:spcBef>
                    <a:spcPts val="0"/>
                  </a:spcBef>
                  <a:spcAft>
                    <a:spcPts val="0"/>
                  </a:spcAft>
                  <a:buClr>
                    <a:srgbClr val="000000"/>
                  </a:buClr>
                  <a:buSzPts val="1000"/>
                  <a:buFont typeface="Arial"/>
                  <a:buNone/>
                </a:pPr>
                <a:r>
                  <a:rPr b="1" i="0" lang="ko-KR" sz="1000" u="none" cap="none" strike="noStrike">
                    <a:solidFill>
                      <a:schemeClr val="dk1"/>
                    </a:solidFill>
                    <a:latin typeface="Calibri"/>
                    <a:ea typeface="Calibri"/>
                    <a:cs typeface="Calibri"/>
                    <a:sym typeface="Calibri"/>
                  </a:rPr>
                  <a:t>활동제목</a:t>
                </a:r>
                <a:endParaRPr b="1" i="0" sz="10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000000"/>
                  </a:buClr>
                  <a:buSzPts val="1000"/>
                  <a:buFont typeface="Arial"/>
                  <a:buNone/>
                </a:pPr>
                <a:r>
                  <a:rPr b="0" i="0" lang="ko-KR" sz="1000" u="none" cap="none" strike="noStrike">
                    <a:solidFill>
                      <a:schemeClr val="dk1"/>
                    </a:solidFill>
                    <a:latin typeface="Calibri"/>
                    <a:ea typeface="Calibri"/>
                    <a:cs typeface="Calibri"/>
                    <a:sym typeface="Calibri"/>
                  </a:rPr>
                  <a:t> ▪ 교사 활동</a:t>
                </a:r>
                <a:endParaRPr b="0" i="0" sz="10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000000"/>
                  </a:buClr>
                  <a:buSzPts val="1000"/>
                  <a:buFont typeface="Arial"/>
                  <a:buNone/>
                </a:pPr>
                <a:r>
                  <a:rPr b="0" i="0" lang="ko-KR" sz="1000" u="none" cap="none" strike="noStrike">
                    <a:solidFill>
                      <a:schemeClr val="dk1"/>
                    </a:solidFill>
                    <a:latin typeface="Calibri"/>
                    <a:ea typeface="Calibri"/>
                    <a:cs typeface="Calibri"/>
                    <a:sym typeface="Calibri"/>
                  </a:rPr>
                  <a:t>   - 학생 활동</a:t>
                </a:r>
                <a:endParaRPr b="0" i="0" sz="10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000000"/>
                  </a:buClr>
                  <a:buSzPts val="1000"/>
                  <a:buFont typeface="Arial"/>
                  <a:buNone/>
                </a:pPr>
                <a:r>
                  <a:rPr b="0" i="0" lang="ko-KR" sz="1000" u="none" cap="none" strike="noStrike">
                    <a:solidFill>
                      <a:schemeClr val="dk1"/>
                    </a:solidFill>
                    <a:latin typeface="Calibri"/>
                    <a:ea typeface="Calibri"/>
                    <a:cs typeface="Calibri"/>
                    <a:sym typeface="Calibri"/>
                  </a:rPr>
                  <a:t> - 학생 활동</a:t>
                </a:r>
                <a:endParaRPr b="0" i="0" sz="10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000000"/>
                  </a:buClr>
                  <a:buSzPts val="1000"/>
                  <a:buFont typeface="Arial"/>
                  <a:buNone/>
                </a:pPr>
                <a:r>
                  <a:rPr b="0" i="0" lang="ko-KR" sz="1000" u="none" cap="none" strike="noStrike">
                    <a:solidFill>
                      <a:schemeClr val="dk1"/>
                    </a:solidFill>
                    <a:latin typeface="Calibri"/>
                    <a:ea typeface="Calibri"/>
                    <a:cs typeface="Calibri"/>
                    <a:sym typeface="Calibri"/>
                  </a:rPr>
                  <a:t> ▪ 교사 활동</a:t>
                </a:r>
                <a:endParaRPr b="0" i="0" sz="10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000000"/>
                  </a:buClr>
                  <a:buSzPts val="1000"/>
                  <a:buFont typeface="Arial"/>
                  <a:buNone/>
                </a:pPr>
                <a:r>
                  <a:rPr b="0" i="0" lang="ko-KR" sz="1000" u="none" cap="none" strike="noStrike">
                    <a:solidFill>
                      <a:schemeClr val="dk1"/>
                    </a:solidFill>
                    <a:latin typeface="Calibri"/>
                    <a:ea typeface="Calibri"/>
                    <a:cs typeface="Calibri"/>
                    <a:sym typeface="Calibri"/>
                  </a:rPr>
                  <a:t>   - 학생 활동</a:t>
                </a:r>
                <a:endParaRPr b="0" i="0" sz="10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000000"/>
                  </a:buClr>
                  <a:buSzPts val="1000"/>
                  <a:buFont typeface="Arial"/>
                  <a:buNone/>
                </a:pPr>
                <a:r>
                  <a:rPr b="0" i="0" lang="ko-KR" sz="1000" u="none" cap="none" strike="noStrike">
                    <a:solidFill>
                      <a:schemeClr val="dk1"/>
                    </a:solidFill>
                    <a:latin typeface="Calibri"/>
                    <a:ea typeface="Calibri"/>
                    <a:cs typeface="Calibri"/>
                    <a:sym typeface="Calibri"/>
                  </a:rPr>
                  <a:t>   - 학생 활동</a:t>
                </a:r>
                <a:endParaRPr b="0" i="0" sz="1000" u="none" cap="none" strike="noStrike">
                  <a:solidFill>
                    <a:schemeClr val="dk1"/>
                  </a:solidFill>
                  <a:latin typeface="Calibri"/>
                  <a:ea typeface="Calibri"/>
                  <a:cs typeface="Calibri"/>
                  <a:sym typeface="Calibri"/>
                </a:endParaRPr>
              </a:p>
            </p:txBody>
          </p:sp>
          <p:sp>
            <p:nvSpPr>
              <p:cNvPr id="308" name="Google Shape;308;g3f3b1709a98_0_18"/>
              <p:cNvSpPr/>
              <p:nvPr/>
            </p:nvSpPr>
            <p:spPr>
              <a:xfrm>
                <a:off x="2274652" y="4892040"/>
                <a:ext cx="1221900" cy="264300"/>
              </a:xfrm>
              <a:prstGeom prst="roundRect">
                <a:avLst>
                  <a:gd fmla="val 50000" name="adj"/>
                </a:avLst>
              </a:prstGeom>
              <a:solidFill>
                <a:srgbClr val="29B6A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ko-KR" sz="1000" u="none" cap="none" strike="noStrike">
                    <a:solidFill>
                      <a:schemeClr val="lt1"/>
                    </a:solidFill>
                    <a:latin typeface="Calibri"/>
                    <a:ea typeface="Calibri"/>
                    <a:cs typeface="Calibri"/>
                    <a:sym typeface="Calibri"/>
                  </a:rPr>
                  <a:t>단계명(분)  or  차시</a:t>
                </a:r>
                <a:endParaRPr b="0" i="0" sz="1400" u="none" cap="none" strike="noStrike">
                  <a:solidFill>
                    <a:srgbClr val="000000"/>
                  </a:solidFill>
                  <a:latin typeface="Arial"/>
                  <a:ea typeface="Arial"/>
                  <a:cs typeface="Arial"/>
                  <a:sym typeface="Arial"/>
                </a:endParaRPr>
              </a:p>
            </p:txBody>
          </p:sp>
        </p:grpSp>
      </p:grpSp>
      <p:grpSp>
        <p:nvGrpSpPr>
          <p:cNvPr id="309" name="Google Shape;309;g3f3b1709a98_0_18"/>
          <p:cNvGrpSpPr/>
          <p:nvPr/>
        </p:nvGrpSpPr>
        <p:grpSpPr>
          <a:xfrm>
            <a:off x="9949940" y="3032612"/>
            <a:ext cx="1873013" cy="1994104"/>
            <a:chOff x="936601" y="4046957"/>
            <a:chExt cx="1721203" cy="1994104"/>
          </a:xfrm>
        </p:grpSpPr>
        <p:sp>
          <p:nvSpPr>
            <p:cNvPr id="310" name="Google Shape;310;g3f3b1709a98_0_18"/>
            <p:cNvSpPr/>
            <p:nvPr/>
          </p:nvSpPr>
          <p:spPr>
            <a:xfrm>
              <a:off x="936704" y="5374461"/>
              <a:ext cx="1721100" cy="666600"/>
            </a:xfrm>
            <a:prstGeom prst="roundRect">
              <a:avLst>
                <a:gd fmla="val 6381" name="adj"/>
              </a:avLst>
            </a:prstGeom>
            <a:solidFill>
              <a:srgbClr val="FFF3F4"/>
            </a:solidFill>
            <a:ln cap="flat" cmpd="sng" w="12700">
              <a:solidFill>
                <a:srgbClr val="FF5364"/>
              </a:solidFill>
              <a:prstDash val="solid"/>
              <a:miter lim="80"/>
              <a:headEnd len="sm" w="sm" type="none"/>
              <a:tailEnd len="sm" w="sm" type="none"/>
            </a:ln>
          </p:spPr>
          <p:txBody>
            <a:bodyPr anchorCtr="0" anchor="ctr" bIns="0" lIns="0" spcFirstLastPara="1" rIns="0" wrap="square" tIns="0">
              <a:noAutofit/>
            </a:bodyPr>
            <a:lstStyle/>
            <a:p>
              <a:pPr indent="0" lvl="0" marL="85725" marR="0" rtl="0" algn="l">
                <a:lnSpc>
                  <a:spcPct val="110000"/>
                </a:lnSpc>
                <a:spcBef>
                  <a:spcPts val="0"/>
                </a:spcBef>
                <a:spcAft>
                  <a:spcPts val="0"/>
                </a:spcAft>
                <a:buClr>
                  <a:srgbClr val="000000"/>
                </a:buClr>
                <a:buSzPts val="1000"/>
                <a:buFont typeface="Arial"/>
                <a:buNone/>
              </a:pPr>
              <a:r>
                <a:rPr b="1" i="0" lang="ko-KR" sz="1000" u="none" cap="none" strike="noStrike">
                  <a:solidFill>
                    <a:schemeClr val="dk1"/>
                  </a:solidFill>
                  <a:latin typeface="Calibri"/>
                  <a:ea typeface="Calibri"/>
                  <a:cs typeface="Calibri"/>
                  <a:sym typeface="Calibri"/>
                </a:rPr>
                <a:t>도구: </a:t>
              </a:r>
              <a:endParaRPr b="0" i="0" sz="1400" u="none" cap="none" strike="noStrike">
                <a:solidFill>
                  <a:srgbClr val="000000"/>
                </a:solidFill>
                <a:latin typeface="Arial"/>
                <a:ea typeface="Arial"/>
                <a:cs typeface="Arial"/>
                <a:sym typeface="Arial"/>
              </a:endParaRPr>
            </a:p>
            <a:p>
              <a:pPr indent="0" lvl="0" marL="85725" marR="0" rtl="0" algn="l">
                <a:lnSpc>
                  <a:spcPct val="110000"/>
                </a:lnSpc>
                <a:spcBef>
                  <a:spcPts val="0"/>
                </a:spcBef>
                <a:spcAft>
                  <a:spcPts val="0"/>
                </a:spcAft>
                <a:buClr>
                  <a:srgbClr val="000000"/>
                </a:buClr>
                <a:buSzPts val="1000"/>
                <a:buFont typeface="Arial"/>
                <a:buNone/>
              </a:pPr>
              <a:r>
                <a:rPr b="1" i="0" lang="ko-KR" sz="1000" u="none" cap="none" strike="noStrike">
                  <a:solidFill>
                    <a:schemeClr val="dk1"/>
                  </a:solidFill>
                  <a:latin typeface="Calibri"/>
                  <a:ea typeface="Calibri"/>
                  <a:cs typeface="Calibri"/>
                  <a:sym typeface="Calibri"/>
                </a:rPr>
                <a:t>역할: </a:t>
              </a:r>
              <a:endParaRPr b="1" i="0" sz="1000" u="none" cap="none" strike="noStrike">
                <a:solidFill>
                  <a:schemeClr val="dk1"/>
                </a:solidFill>
                <a:latin typeface="Calibri"/>
                <a:ea typeface="Calibri"/>
                <a:cs typeface="Calibri"/>
                <a:sym typeface="Calibri"/>
              </a:endParaRPr>
            </a:p>
          </p:txBody>
        </p:sp>
        <p:grpSp>
          <p:nvGrpSpPr>
            <p:cNvPr id="311" name="Google Shape;311;g3f3b1709a98_0_18"/>
            <p:cNvGrpSpPr/>
            <p:nvPr/>
          </p:nvGrpSpPr>
          <p:grpSpPr>
            <a:xfrm>
              <a:off x="936601" y="4046957"/>
              <a:ext cx="1720935" cy="1257249"/>
              <a:chOff x="2194117" y="4892040"/>
              <a:chExt cx="1381500" cy="1257249"/>
            </a:xfrm>
          </p:grpSpPr>
          <p:sp>
            <p:nvSpPr>
              <p:cNvPr id="300" name="Google Shape;300;g3f3b1709a98_0_18"/>
              <p:cNvSpPr/>
              <p:nvPr/>
            </p:nvSpPr>
            <p:spPr>
              <a:xfrm>
                <a:off x="2194117" y="5023389"/>
                <a:ext cx="1381500" cy="1125900"/>
              </a:xfrm>
              <a:prstGeom prst="roundRect">
                <a:avLst>
                  <a:gd fmla="val 5951" name="adj"/>
                </a:avLst>
              </a:prstGeom>
              <a:solidFill>
                <a:schemeClr val="lt1"/>
              </a:solidFill>
              <a:ln cap="flat" cmpd="sng" w="19050">
                <a:solidFill>
                  <a:srgbClr val="FF5364"/>
                </a:solidFill>
                <a:prstDash val="solid"/>
                <a:miter lim="80"/>
                <a:headEnd len="sm" w="sm" type="none"/>
                <a:tailEnd len="sm" w="sm" type="none"/>
              </a:ln>
            </p:spPr>
            <p:txBody>
              <a:bodyPr anchorCtr="0" anchor="t" bIns="0" lIns="0" spcFirstLastPara="1" rIns="0" wrap="square" tIns="144000">
                <a:noAutofit/>
              </a:bodyPr>
              <a:lstStyle/>
              <a:p>
                <a:pPr indent="0" lvl="0" marL="0" marR="0" rtl="0" algn="ctr">
                  <a:lnSpc>
                    <a:spcPct val="130000"/>
                  </a:lnSpc>
                  <a:spcBef>
                    <a:spcPts val="0"/>
                  </a:spcBef>
                  <a:spcAft>
                    <a:spcPts val="0"/>
                  </a:spcAft>
                  <a:buClr>
                    <a:srgbClr val="000000"/>
                  </a:buClr>
                  <a:buSzPts val="1000"/>
                  <a:buFont typeface="Arial"/>
                  <a:buNone/>
                </a:pPr>
                <a:r>
                  <a:rPr b="1" i="0" lang="ko-KR" sz="1000" u="none" cap="none" strike="noStrike">
                    <a:solidFill>
                      <a:schemeClr val="dk1"/>
                    </a:solidFill>
                    <a:latin typeface="Calibri"/>
                    <a:ea typeface="Calibri"/>
                    <a:cs typeface="Calibri"/>
                    <a:sym typeface="Calibri"/>
                  </a:rPr>
                  <a:t>활동제목</a:t>
                </a:r>
                <a:endParaRPr b="1" i="0" sz="10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000000"/>
                  </a:buClr>
                  <a:buSzPts val="1000"/>
                  <a:buFont typeface="Arial"/>
                  <a:buNone/>
                </a:pPr>
                <a:r>
                  <a:rPr b="0" i="0" lang="ko-KR" sz="1000" u="none" cap="none" strike="noStrike">
                    <a:solidFill>
                      <a:schemeClr val="dk1"/>
                    </a:solidFill>
                    <a:latin typeface="Calibri"/>
                    <a:ea typeface="Calibri"/>
                    <a:cs typeface="Calibri"/>
                    <a:sym typeface="Calibri"/>
                  </a:rPr>
                  <a:t> ▪ 교사 활동</a:t>
                </a:r>
                <a:endParaRPr b="0" i="0" sz="10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000000"/>
                  </a:buClr>
                  <a:buSzPts val="1000"/>
                  <a:buFont typeface="Arial"/>
                  <a:buNone/>
                </a:pPr>
                <a:r>
                  <a:rPr b="0" i="0" lang="ko-KR" sz="1000" u="none" cap="none" strike="noStrike">
                    <a:solidFill>
                      <a:schemeClr val="dk1"/>
                    </a:solidFill>
                    <a:latin typeface="Calibri"/>
                    <a:ea typeface="Calibri"/>
                    <a:cs typeface="Calibri"/>
                    <a:sym typeface="Calibri"/>
                  </a:rPr>
                  <a:t>   - 학생 활동</a:t>
                </a:r>
                <a:endParaRPr b="0" i="0" sz="10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000000"/>
                  </a:buClr>
                  <a:buSzPts val="1000"/>
                  <a:buFont typeface="Arial"/>
                  <a:buNone/>
                </a:pPr>
                <a:r>
                  <a:rPr b="0" i="0" lang="ko-KR" sz="1000" u="none" cap="none" strike="noStrike">
                    <a:solidFill>
                      <a:schemeClr val="dk1"/>
                    </a:solidFill>
                    <a:latin typeface="Calibri"/>
                    <a:ea typeface="Calibri"/>
                    <a:cs typeface="Calibri"/>
                    <a:sym typeface="Calibri"/>
                  </a:rPr>
                  <a:t>   - 학생 활동</a:t>
                </a:r>
                <a:endParaRPr b="0" i="0" sz="1000" u="none" cap="none" strike="noStrike">
                  <a:solidFill>
                    <a:schemeClr val="dk1"/>
                  </a:solidFill>
                  <a:latin typeface="Calibri"/>
                  <a:ea typeface="Calibri"/>
                  <a:cs typeface="Calibri"/>
                  <a:sym typeface="Calibri"/>
                </a:endParaRPr>
              </a:p>
            </p:txBody>
          </p:sp>
          <p:sp>
            <p:nvSpPr>
              <p:cNvPr id="312" name="Google Shape;312;g3f3b1709a98_0_18"/>
              <p:cNvSpPr/>
              <p:nvPr/>
            </p:nvSpPr>
            <p:spPr>
              <a:xfrm>
                <a:off x="2274652" y="4892040"/>
                <a:ext cx="1221900" cy="264300"/>
              </a:xfrm>
              <a:prstGeom prst="roundRect">
                <a:avLst>
                  <a:gd fmla="val 50000" name="adj"/>
                </a:avLst>
              </a:prstGeom>
              <a:solidFill>
                <a:srgbClr val="FF536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ko-KR" sz="1000" u="none" cap="none" strike="noStrike">
                    <a:solidFill>
                      <a:schemeClr val="lt1"/>
                    </a:solidFill>
                    <a:latin typeface="Calibri"/>
                    <a:ea typeface="Calibri"/>
                    <a:cs typeface="Calibri"/>
                    <a:sym typeface="Calibri"/>
                  </a:rPr>
                  <a:t>단계명(분)  or  차시</a:t>
                </a:r>
                <a:endParaRPr b="0" i="0" sz="1400" u="none" cap="none" strike="noStrike">
                  <a:solidFill>
                    <a:srgbClr val="000000"/>
                  </a:solidFill>
                  <a:latin typeface="Arial"/>
                  <a:ea typeface="Arial"/>
                  <a:cs typeface="Arial"/>
                  <a:sym typeface="Arial"/>
                </a:endParaRPr>
              </a:p>
            </p:txBody>
          </p:sp>
        </p:grpSp>
      </p:grpSp>
      <p:grpSp>
        <p:nvGrpSpPr>
          <p:cNvPr id="313" name="Google Shape;313;g3f3b1709a98_0_18"/>
          <p:cNvGrpSpPr/>
          <p:nvPr/>
        </p:nvGrpSpPr>
        <p:grpSpPr>
          <a:xfrm>
            <a:off x="6750234" y="3817755"/>
            <a:ext cx="1873013" cy="2513252"/>
            <a:chOff x="936601" y="4046957"/>
            <a:chExt cx="1721203" cy="2513252"/>
          </a:xfrm>
        </p:grpSpPr>
        <p:sp>
          <p:nvSpPr>
            <p:cNvPr id="314" name="Google Shape;314;g3f3b1709a98_0_18"/>
            <p:cNvSpPr/>
            <p:nvPr/>
          </p:nvSpPr>
          <p:spPr>
            <a:xfrm>
              <a:off x="936704" y="5893609"/>
              <a:ext cx="1721100" cy="666600"/>
            </a:xfrm>
            <a:prstGeom prst="roundRect">
              <a:avLst>
                <a:gd fmla="val 6381" name="adj"/>
              </a:avLst>
            </a:prstGeom>
            <a:solidFill>
              <a:srgbClr val="FFF7DD"/>
            </a:solidFill>
            <a:ln cap="flat" cmpd="sng" w="12700">
              <a:solidFill>
                <a:srgbClr val="FFC000"/>
              </a:solidFill>
              <a:prstDash val="solid"/>
              <a:miter lim="80"/>
              <a:headEnd len="sm" w="sm" type="none"/>
              <a:tailEnd len="sm" w="sm" type="none"/>
            </a:ln>
          </p:spPr>
          <p:txBody>
            <a:bodyPr anchorCtr="0" anchor="ctr" bIns="0" lIns="0" spcFirstLastPara="1" rIns="0" wrap="square" tIns="0">
              <a:noAutofit/>
            </a:bodyPr>
            <a:lstStyle/>
            <a:p>
              <a:pPr indent="0" lvl="0" marL="85725" marR="0" rtl="0" algn="l">
                <a:lnSpc>
                  <a:spcPct val="110000"/>
                </a:lnSpc>
                <a:spcBef>
                  <a:spcPts val="0"/>
                </a:spcBef>
                <a:spcAft>
                  <a:spcPts val="0"/>
                </a:spcAft>
                <a:buClr>
                  <a:srgbClr val="000000"/>
                </a:buClr>
                <a:buSzPts val="1000"/>
                <a:buFont typeface="Arial"/>
                <a:buNone/>
              </a:pPr>
              <a:r>
                <a:rPr b="1" i="0" lang="ko-KR" sz="1000" u="none" cap="none" strike="noStrike">
                  <a:solidFill>
                    <a:schemeClr val="dk1"/>
                  </a:solidFill>
                  <a:latin typeface="Calibri"/>
                  <a:ea typeface="Calibri"/>
                  <a:cs typeface="Calibri"/>
                  <a:sym typeface="Calibri"/>
                </a:rPr>
                <a:t>도구: </a:t>
              </a:r>
              <a:endParaRPr b="0" i="0" sz="1400" u="none" cap="none" strike="noStrike">
                <a:solidFill>
                  <a:srgbClr val="000000"/>
                </a:solidFill>
                <a:latin typeface="Arial"/>
                <a:ea typeface="Arial"/>
                <a:cs typeface="Arial"/>
                <a:sym typeface="Arial"/>
              </a:endParaRPr>
            </a:p>
            <a:p>
              <a:pPr indent="0" lvl="0" marL="85725" marR="0" rtl="0" algn="l">
                <a:lnSpc>
                  <a:spcPct val="110000"/>
                </a:lnSpc>
                <a:spcBef>
                  <a:spcPts val="0"/>
                </a:spcBef>
                <a:spcAft>
                  <a:spcPts val="0"/>
                </a:spcAft>
                <a:buClr>
                  <a:srgbClr val="000000"/>
                </a:buClr>
                <a:buSzPts val="1000"/>
                <a:buFont typeface="Arial"/>
                <a:buNone/>
              </a:pPr>
              <a:r>
                <a:rPr b="1" i="0" lang="ko-KR" sz="1000" u="none" cap="none" strike="noStrike">
                  <a:solidFill>
                    <a:schemeClr val="dk1"/>
                  </a:solidFill>
                  <a:latin typeface="Calibri"/>
                  <a:ea typeface="Calibri"/>
                  <a:cs typeface="Calibri"/>
                  <a:sym typeface="Calibri"/>
                </a:rPr>
                <a:t>역할: </a:t>
              </a:r>
              <a:endParaRPr b="1" i="0" sz="1000" u="none" cap="none" strike="noStrike">
                <a:solidFill>
                  <a:schemeClr val="dk1"/>
                </a:solidFill>
                <a:latin typeface="Calibri"/>
                <a:ea typeface="Calibri"/>
                <a:cs typeface="Calibri"/>
                <a:sym typeface="Calibri"/>
              </a:endParaRPr>
            </a:p>
          </p:txBody>
        </p:sp>
        <p:grpSp>
          <p:nvGrpSpPr>
            <p:cNvPr id="315" name="Google Shape;315;g3f3b1709a98_0_18"/>
            <p:cNvGrpSpPr/>
            <p:nvPr/>
          </p:nvGrpSpPr>
          <p:grpSpPr>
            <a:xfrm>
              <a:off x="936601" y="4046957"/>
              <a:ext cx="1720935" cy="1778649"/>
              <a:chOff x="2194117" y="4892040"/>
              <a:chExt cx="1381500" cy="1778649"/>
            </a:xfrm>
          </p:grpSpPr>
          <p:sp>
            <p:nvSpPr>
              <p:cNvPr id="298" name="Google Shape;298;g3f3b1709a98_0_18"/>
              <p:cNvSpPr/>
              <p:nvPr/>
            </p:nvSpPr>
            <p:spPr>
              <a:xfrm>
                <a:off x="2194117" y="5023389"/>
                <a:ext cx="1381500" cy="1647300"/>
              </a:xfrm>
              <a:prstGeom prst="roundRect">
                <a:avLst>
                  <a:gd fmla="val 5951" name="adj"/>
                </a:avLst>
              </a:prstGeom>
              <a:solidFill>
                <a:schemeClr val="lt1"/>
              </a:solidFill>
              <a:ln cap="flat" cmpd="sng" w="19050">
                <a:solidFill>
                  <a:srgbClr val="FFC000"/>
                </a:solidFill>
                <a:prstDash val="solid"/>
                <a:miter lim="80"/>
                <a:headEnd len="sm" w="sm" type="none"/>
                <a:tailEnd len="sm" w="sm" type="none"/>
              </a:ln>
            </p:spPr>
            <p:txBody>
              <a:bodyPr anchorCtr="0" anchor="t" bIns="0" lIns="0" spcFirstLastPara="1" rIns="0" wrap="square" tIns="144000">
                <a:noAutofit/>
              </a:bodyPr>
              <a:lstStyle/>
              <a:p>
                <a:pPr indent="0" lvl="0" marL="0" marR="0" rtl="0" algn="ctr">
                  <a:lnSpc>
                    <a:spcPct val="130000"/>
                  </a:lnSpc>
                  <a:spcBef>
                    <a:spcPts val="0"/>
                  </a:spcBef>
                  <a:spcAft>
                    <a:spcPts val="0"/>
                  </a:spcAft>
                  <a:buClr>
                    <a:srgbClr val="000000"/>
                  </a:buClr>
                  <a:buSzPts val="1000"/>
                  <a:buFont typeface="Arial"/>
                  <a:buNone/>
                </a:pPr>
                <a:r>
                  <a:rPr b="1" i="0" lang="ko-KR" sz="1000" u="none" cap="none" strike="noStrike">
                    <a:solidFill>
                      <a:schemeClr val="dk1"/>
                    </a:solidFill>
                    <a:latin typeface="Calibri"/>
                    <a:ea typeface="Calibri"/>
                    <a:cs typeface="Calibri"/>
                    <a:sym typeface="Calibri"/>
                  </a:rPr>
                  <a:t>활동제목</a:t>
                </a:r>
                <a:endParaRPr b="1" i="0" sz="10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000000"/>
                  </a:buClr>
                  <a:buSzPts val="1000"/>
                  <a:buFont typeface="Arial"/>
                  <a:buNone/>
                </a:pPr>
                <a:r>
                  <a:rPr b="0" i="0" lang="ko-KR" sz="1000" u="none" cap="none" strike="noStrike">
                    <a:solidFill>
                      <a:schemeClr val="dk1"/>
                    </a:solidFill>
                    <a:latin typeface="Calibri"/>
                    <a:ea typeface="Calibri"/>
                    <a:cs typeface="Calibri"/>
                    <a:sym typeface="Calibri"/>
                  </a:rPr>
                  <a:t> ▪ 교사 활동</a:t>
                </a:r>
                <a:endParaRPr b="0" i="0" sz="10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000000"/>
                  </a:buClr>
                  <a:buSzPts val="1000"/>
                  <a:buFont typeface="Arial"/>
                  <a:buNone/>
                </a:pPr>
                <a:r>
                  <a:rPr b="0" i="0" lang="ko-KR" sz="1000" u="none" cap="none" strike="noStrike">
                    <a:solidFill>
                      <a:schemeClr val="dk1"/>
                    </a:solidFill>
                    <a:latin typeface="Calibri"/>
                    <a:ea typeface="Calibri"/>
                    <a:cs typeface="Calibri"/>
                    <a:sym typeface="Calibri"/>
                  </a:rPr>
                  <a:t>   - 학생 활동</a:t>
                </a:r>
                <a:endParaRPr b="0" i="0" sz="10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000000"/>
                  </a:buClr>
                  <a:buSzPts val="1000"/>
                  <a:buFont typeface="Arial"/>
                  <a:buNone/>
                </a:pPr>
                <a:r>
                  <a:rPr b="0" i="0" lang="ko-KR" sz="1000" u="none" cap="none" strike="noStrike">
                    <a:solidFill>
                      <a:schemeClr val="dk1"/>
                    </a:solidFill>
                    <a:latin typeface="Calibri"/>
                    <a:ea typeface="Calibri"/>
                    <a:cs typeface="Calibri"/>
                    <a:sym typeface="Calibri"/>
                  </a:rPr>
                  <a:t> - 학생 활동</a:t>
                </a:r>
                <a:endParaRPr b="0" i="0" sz="10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000000"/>
                  </a:buClr>
                  <a:buSzPts val="1000"/>
                  <a:buFont typeface="Arial"/>
                  <a:buNone/>
                </a:pPr>
                <a:r>
                  <a:rPr b="0" i="0" lang="ko-KR" sz="1000" u="none" cap="none" strike="noStrike">
                    <a:solidFill>
                      <a:schemeClr val="dk1"/>
                    </a:solidFill>
                    <a:latin typeface="Calibri"/>
                    <a:ea typeface="Calibri"/>
                    <a:cs typeface="Calibri"/>
                    <a:sym typeface="Calibri"/>
                  </a:rPr>
                  <a:t> ▪ 교사 활동</a:t>
                </a:r>
                <a:endParaRPr b="0" i="0" sz="10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000000"/>
                  </a:buClr>
                  <a:buSzPts val="1000"/>
                  <a:buFont typeface="Arial"/>
                  <a:buNone/>
                </a:pPr>
                <a:r>
                  <a:rPr b="0" i="0" lang="ko-KR" sz="1000" u="none" cap="none" strike="noStrike">
                    <a:solidFill>
                      <a:schemeClr val="dk1"/>
                    </a:solidFill>
                    <a:latin typeface="Calibri"/>
                    <a:ea typeface="Calibri"/>
                    <a:cs typeface="Calibri"/>
                    <a:sym typeface="Calibri"/>
                  </a:rPr>
                  <a:t>   - 학생 활동</a:t>
                </a:r>
                <a:endParaRPr b="0" i="0" sz="10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000000"/>
                  </a:buClr>
                  <a:buSzPts val="1000"/>
                  <a:buFont typeface="Arial"/>
                  <a:buNone/>
                </a:pPr>
                <a:r>
                  <a:rPr b="0" i="0" lang="ko-KR" sz="1000" u="none" cap="none" strike="noStrike">
                    <a:solidFill>
                      <a:schemeClr val="dk1"/>
                    </a:solidFill>
                    <a:latin typeface="Calibri"/>
                    <a:ea typeface="Calibri"/>
                    <a:cs typeface="Calibri"/>
                    <a:sym typeface="Calibri"/>
                  </a:rPr>
                  <a:t>   - 학생 활동</a:t>
                </a:r>
                <a:endParaRPr b="0" i="0" sz="1000" u="none" cap="none" strike="noStrike">
                  <a:solidFill>
                    <a:schemeClr val="dk1"/>
                  </a:solidFill>
                  <a:latin typeface="Calibri"/>
                  <a:ea typeface="Calibri"/>
                  <a:cs typeface="Calibri"/>
                  <a:sym typeface="Calibri"/>
                </a:endParaRPr>
              </a:p>
            </p:txBody>
          </p:sp>
          <p:sp>
            <p:nvSpPr>
              <p:cNvPr id="316" name="Google Shape;316;g3f3b1709a98_0_18"/>
              <p:cNvSpPr/>
              <p:nvPr/>
            </p:nvSpPr>
            <p:spPr>
              <a:xfrm>
                <a:off x="2274652" y="4892040"/>
                <a:ext cx="1221900" cy="264300"/>
              </a:xfrm>
              <a:prstGeom prst="roundRect">
                <a:avLst>
                  <a:gd fmla="val 50000" name="adj"/>
                </a:avLst>
              </a:prstGeom>
              <a:solidFill>
                <a:srgbClr val="FFC0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ko-KR" sz="1000" u="none" cap="none" strike="noStrike">
                    <a:solidFill>
                      <a:schemeClr val="lt1"/>
                    </a:solidFill>
                    <a:latin typeface="Calibri"/>
                    <a:ea typeface="Calibri"/>
                    <a:cs typeface="Calibri"/>
                    <a:sym typeface="Calibri"/>
                  </a:rPr>
                  <a:t>단계명(분)  or  차시</a:t>
                </a:r>
                <a:endParaRPr b="0" i="0" sz="1400" u="none" cap="none" strike="noStrike">
                  <a:solidFill>
                    <a:srgbClr val="000000"/>
                  </a:solidFill>
                  <a:latin typeface="Arial"/>
                  <a:ea typeface="Arial"/>
                  <a:cs typeface="Arial"/>
                  <a:sym typeface="Arial"/>
                </a:endParaRPr>
              </a:p>
            </p:txBody>
          </p:sp>
        </p:grpSp>
      </p:grpSp>
      <p:grpSp>
        <p:nvGrpSpPr>
          <p:cNvPr id="317" name="Google Shape;317;g3f3b1709a98_0_18"/>
          <p:cNvGrpSpPr/>
          <p:nvPr/>
        </p:nvGrpSpPr>
        <p:grpSpPr>
          <a:xfrm>
            <a:off x="347851" y="4582151"/>
            <a:ext cx="328286" cy="474651"/>
            <a:chOff x="347851" y="4186705"/>
            <a:chExt cx="328286" cy="474651"/>
          </a:xfrm>
        </p:grpSpPr>
        <p:pic>
          <p:nvPicPr>
            <p:cNvPr id="318" name="Google Shape;318;g3f3b1709a98_0_18"/>
            <p:cNvPicPr preferRelativeResize="0"/>
            <p:nvPr/>
          </p:nvPicPr>
          <p:blipFill rotWithShape="1">
            <a:blip r:embed="rId3">
              <a:alphaModFix/>
            </a:blip>
            <a:srcRect b="0" l="0" r="0" t="0"/>
            <a:stretch/>
          </p:blipFill>
          <p:spPr>
            <a:xfrm>
              <a:off x="347851" y="4186705"/>
              <a:ext cx="328286" cy="328284"/>
            </a:xfrm>
            <a:prstGeom prst="rect">
              <a:avLst/>
            </a:prstGeom>
            <a:noFill/>
            <a:ln>
              <a:noFill/>
            </a:ln>
          </p:spPr>
        </p:pic>
        <p:sp>
          <p:nvSpPr>
            <p:cNvPr id="319" name="Google Shape;319;g3f3b1709a98_0_18"/>
            <p:cNvSpPr txBox="1"/>
            <p:nvPr/>
          </p:nvSpPr>
          <p:spPr>
            <a:xfrm>
              <a:off x="358105" y="4476556"/>
              <a:ext cx="307800" cy="1848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200"/>
                <a:buFont typeface="Arial"/>
                <a:buNone/>
              </a:pPr>
              <a:r>
                <a:rPr b="1" i="0" lang="ko-KR" sz="1200" u="none" cap="none" strike="noStrike">
                  <a:solidFill>
                    <a:schemeClr val="dk1"/>
                  </a:solidFill>
                  <a:latin typeface="Calibri"/>
                  <a:ea typeface="Calibri"/>
                  <a:cs typeface="Calibri"/>
                  <a:sym typeface="Calibri"/>
                </a:rPr>
                <a:t>모둠</a:t>
              </a:r>
              <a:endParaRPr b="1" i="0" sz="1200" u="none" cap="none" strike="noStrike">
                <a:solidFill>
                  <a:schemeClr val="dk1"/>
                </a:solidFill>
                <a:latin typeface="Calibri"/>
                <a:ea typeface="Calibri"/>
                <a:cs typeface="Calibri"/>
                <a:sym typeface="Calibri"/>
              </a:endParaRPr>
            </a:p>
          </p:txBody>
        </p:sp>
      </p:grpSp>
      <p:grpSp>
        <p:nvGrpSpPr>
          <p:cNvPr id="320" name="Google Shape;320;g3f3b1709a98_0_18"/>
          <p:cNvGrpSpPr/>
          <p:nvPr/>
        </p:nvGrpSpPr>
        <p:grpSpPr>
          <a:xfrm>
            <a:off x="358108" y="5609243"/>
            <a:ext cx="307800" cy="413361"/>
            <a:chOff x="358105" y="5273056"/>
            <a:chExt cx="307800" cy="413361"/>
          </a:xfrm>
        </p:grpSpPr>
        <p:pic>
          <p:nvPicPr>
            <p:cNvPr descr="preencoded.png" id="321" name="Google Shape;321;g3f3b1709a98_0_18"/>
            <p:cNvPicPr preferRelativeResize="0"/>
            <p:nvPr/>
          </p:nvPicPr>
          <p:blipFill rotWithShape="1">
            <a:blip r:embed="rId4">
              <a:alphaModFix/>
            </a:blip>
            <a:srcRect b="0" l="0" r="0" t="0"/>
            <a:stretch/>
          </p:blipFill>
          <p:spPr>
            <a:xfrm>
              <a:off x="398968" y="5273056"/>
              <a:ext cx="222538" cy="222538"/>
            </a:xfrm>
            <a:prstGeom prst="rect">
              <a:avLst/>
            </a:prstGeom>
            <a:noFill/>
            <a:ln>
              <a:noFill/>
            </a:ln>
          </p:spPr>
        </p:pic>
        <p:sp>
          <p:nvSpPr>
            <p:cNvPr id="322" name="Google Shape;322;g3f3b1709a98_0_18"/>
            <p:cNvSpPr txBox="1"/>
            <p:nvPr/>
          </p:nvSpPr>
          <p:spPr>
            <a:xfrm>
              <a:off x="358105" y="5501617"/>
              <a:ext cx="307800" cy="1848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200"/>
                <a:buFont typeface="Arial"/>
                <a:buNone/>
              </a:pPr>
              <a:r>
                <a:rPr b="1" i="0" lang="ko-KR" sz="1200" u="none" cap="none" strike="noStrike">
                  <a:solidFill>
                    <a:schemeClr val="dk1"/>
                  </a:solidFill>
                  <a:latin typeface="Calibri"/>
                  <a:ea typeface="Calibri"/>
                  <a:cs typeface="Calibri"/>
                  <a:sym typeface="Calibri"/>
                </a:rPr>
                <a:t>개별</a:t>
              </a:r>
              <a:endParaRPr b="1" i="0" sz="1200" u="none" cap="none" strike="noStrike">
                <a:solidFill>
                  <a:schemeClr val="dk1"/>
                </a:solidFill>
                <a:latin typeface="Calibri"/>
                <a:ea typeface="Calibri"/>
                <a:cs typeface="Calibri"/>
                <a:sym typeface="Calibri"/>
              </a:endParaRPr>
            </a:p>
          </p:txBody>
        </p:sp>
      </p:grpSp>
      <p:sp>
        <p:nvSpPr>
          <p:cNvPr id="323" name="Google Shape;323;g3f3b1709a98_0_18"/>
          <p:cNvSpPr txBox="1"/>
          <p:nvPr/>
        </p:nvSpPr>
        <p:spPr>
          <a:xfrm>
            <a:off x="294812" y="3003885"/>
            <a:ext cx="492300" cy="4617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200"/>
              <a:buFont typeface="Arial"/>
              <a:buNone/>
            </a:pPr>
            <a:r>
              <a:rPr b="1" i="0" lang="ko-KR" sz="1200" u="none" cap="none" strike="noStrike">
                <a:solidFill>
                  <a:schemeClr val="dk1"/>
                </a:solidFill>
                <a:latin typeface="Calibri"/>
                <a:ea typeface="Calibri"/>
                <a:cs typeface="Calibri"/>
                <a:sym typeface="Calibri"/>
              </a:rPr>
              <a:t>학습</a:t>
            </a:r>
            <a:endParaRPr b="1" i="0" sz="1200" u="none" cap="none" strike="noStrike">
              <a:solidFill>
                <a:schemeClr val="dk1"/>
              </a:solidFill>
              <a:latin typeface="Calibri"/>
              <a:ea typeface="Calibri"/>
              <a:cs typeface="Calibri"/>
              <a:sym typeface="Calibri"/>
            </a:endParaRPr>
          </a:p>
          <a:p>
            <a:pPr indent="0" lvl="0" marL="0" marR="0" rtl="0" algn="r">
              <a:lnSpc>
                <a:spcPct val="100000"/>
              </a:lnSpc>
              <a:spcBef>
                <a:spcPts val="0"/>
              </a:spcBef>
              <a:spcAft>
                <a:spcPts val="0"/>
              </a:spcAft>
              <a:buClr>
                <a:srgbClr val="000000"/>
              </a:buClr>
              <a:buSzPts val="1200"/>
              <a:buFont typeface="Arial"/>
              <a:buNone/>
            </a:pPr>
            <a:r>
              <a:rPr b="1" i="0" lang="ko-KR" sz="1200" u="none" cap="none" strike="noStrike">
                <a:solidFill>
                  <a:schemeClr val="dk1"/>
                </a:solidFill>
                <a:latin typeface="Calibri"/>
                <a:ea typeface="Calibri"/>
                <a:cs typeface="Calibri"/>
                <a:sym typeface="Calibri"/>
              </a:rPr>
              <a:t>형태</a:t>
            </a:r>
            <a:endParaRPr b="0" i="0" sz="1400" u="none" cap="none" strike="noStrike">
              <a:solidFill>
                <a:srgbClr val="000000"/>
              </a:solidFill>
              <a:latin typeface="Arial"/>
              <a:ea typeface="Arial"/>
              <a:cs typeface="Arial"/>
              <a:sym typeface="Arial"/>
            </a:endParaRPr>
          </a:p>
        </p:txBody>
      </p:sp>
      <p:sp>
        <p:nvSpPr>
          <p:cNvPr id="324" name="Google Shape;324;g3f3b1709a98_0_18"/>
          <p:cNvSpPr/>
          <p:nvPr/>
        </p:nvSpPr>
        <p:spPr>
          <a:xfrm>
            <a:off x="260063" y="2591073"/>
            <a:ext cx="1334700" cy="303300"/>
          </a:xfrm>
          <a:prstGeom prst="roundRect">
            <a:avLst>
              <a:gd fmla="val 50000" name="adj"/>
            </a:avLst>
          </a:prstGeom>
          <a:solidFill>
            <a:srgbClr val="2F559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ko-KR" sz="1200" u="none" cap="none" strike="noStrike">
                <a:solidFill>
                  <a:schemeClr val="lt1"/>
                </a:solidFill>
                <a:latin typeface="Calibri"/>
                <a:ea typeface="Calibri"/>
                <a:cs typeface="Calibri"/>
                <a:sym typeface="Calibri"/>
              </a:rPr>
              <a:t>교수·학습 흐름</a:t>
            </a:r>
            <a:endParaRPr b="0" i="0" sz="1400" u="none" cap="none" strike="noStrike">
              <a:solidFill>
                <a:srgbClr val="000000"/>
              </a:solidFill>
              <a:latin typeface="Arial"/>
              <a:ea typeface="Arial"/>
              <a:cs typeface="Arial"/>
              <a:sym typeface="Arial"/>
            </a:endParaRPr>
          </a:p>
        </p:txBody>
      </p:sp>
      <p:graphicFrame>
        <p:nvGraphicFramePr>
          <p:cNvPr id="325" name="Google Shape;325;g3f3b1709a98_0_18"/>
          <p:cNvGraphicFramePr/>
          <p:nvPr/>
        </p:nvGraphicFramePr>
        <p:xfrm>
          <a:off x="254085" y="7157213"/>
          <a:ext cx="3000000" cy="3000000"/>
        </p:xfrm>
        <a:graphic>
          <a:graphicData uri="http://schemas.openxmlformats.org/drawingml/2006/table">
            <a:tbl>
              <a:tblPr bandRow="1" firstRow="1">
                <a:noFill/>
                <a:tableStyleId>{5440891D-E3CE-4277-AC4C-BF97EED1E2F9}</a:tableStyleId>
              </a:tblPr>
              <a:tblGrid>
                <a:gridCol w="1718550"/>
                <a:gridCol w="1948575"/>
                <a:gridCol w="1948575"/>
                <a:gridCol w="1948575"/>
                <a:gridCol w="1229425"/>
              </a:tblGrid>
              <a:tr h="256425">
                <a:tc rowSpan="2">
                  <a:txBody>
                    <a:bodyPr/>
                    <a:lstStyle/>
                    <a:p>
                      <a:pPr indent="0" lvl="0" marL="0" marR="0" rtl="0" algn="ctr">
                        <a:lnSpc>
                          <a:spcPct val="100000"/>
                        </a:lnSpc>
                        <a:spcBef>
                          <a:spcPts val="0"/>
                        </a:spcBef>
                        <a:spcAft>
                          <a:spcPts val="0"/>
                        </a:spcAft>
                        <a:buClr>
                          <a:srgbClr val="000000"/>
                        </a:buClr>
                        <a:buSzPts val="1100"/>
                        <a:buFont typeface="Arial"/>
                        <a:buNone/>
                      </a:pPr>
                      <a:r>
                        <a:rPr b="1" lang="ko-KR" sz="1100" u="none" cap="none" strike="noStrike">
                          <a:solidFill>
                            <a:schemeClr val="lt1"/>
                          </a:solidFill>
                          <a:latin typeface="Malgun Gothic"/>
                          <a:ea typeface="Malgun Gothic"/>
                          <a:cs typeface="Malgun Gothic"/>
                          <a:sym typeface="Malgun Gothic"/>
                        </a:rPr>
                        <a:t>평가요소</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chemeClr val="lt1"/>
                      </a:solidFill>
                      <a:prstDash val="solid"/>
                      <a:round/>
                      <a:headEnd len="sm" w="sm" type="none"/>
                      <a:tailEnd len="sm" w="sm" type="none"/>
                    </a:lnR>
                    <a:lnT cap="flat" cmpd="sng" w="19050">
                      <a:solidFill>
                        <a:srgbClr val="03A9F4"/>
                      </a:solidFill>
                      <a:prstDash val="solid"/>
                      <a:round/>
                      <a:headEnd len="sm" w="sm" type="none"/>
                      <a:tailEnd len="sm" w="sm" type="none"/>
                    </a:lnT>
                    <a:lnB cap="flat" cmpd="sng" w="9525">
                      <a:solidFill>
                        <a:schemeClr val="lt1"/>
                      </a:solidFill>
                      <a:prstDash val="solid"/>
                      <a:round/>
                      <a:headEnd len="sm" w="sm" type="none"/>
                      <a:tailEnd len="sm" w="sm" type="none"/>
                    </a:lnB>
                    <a:solidFill>
                      <a:srgbClr val="03A9F4"/>
                    </a:solidFill>
                  </a:tcPr>
                </a:tc>
                <a:tc gridSpan="3">
                  <a:txBody>
                    <a:bodyPr/>
                    <a:lstStyle/>
                    <a:p>
                      <a:pPr indent="0" lvl="0" marL="0" marR="0" rtl="0" algn="ctr">
                        <a:lnSpc>
                          <a:spcPct val="100000"/>
                        </a:lnSpc>
                        <a:spcBef>
                          <a:spcPts val="0"/>
                        </a:spcBef>
                        <a:spcAft>
                          <a:spcPts val="0"/>
                        </a:spcAft>
                        <a:buClr>
                          <a:srgbClr val="000000"/>
                        </a:buClr>
                        <a:buSzPts val="1100"/>
                        <a:buFont typeface="Arial"/>
                        <a:buNone/>
                      </a:pPr>
                      <a:r>
                        <a:rPr b="1" lang="ko-KR" sz="1100" u="none" cap="none" strike="noStrike">
                          <a:solidFill>
                            <a:schemeClr val="lt1"/>
                          </a:solidFill>
                          <a:latin typeface="Malgun Gothic"/>
                          <a:ea typeface="Malgun Gothic"/>
                          <a:cs typeface="Malgun Gothic"/>
                          <a:sym typeface="Malgun Gothic"/>
                        </a:rPr>
                        <a:t>피드백</a:t>
                      </a:r>
                      <a:endParaRPr sz="1400" u="none" cap="none" strike="noStrike"/>
                    </a:p>
                  </a:txBody>
                  <a:tcPr marT="45725" marB="45725" marR="9145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19050">
                      <a:solidFill>
                        <a:srgbClr val="03A9F4"/>
                      </a:solidFill>
                      <a:prstDash val="solid"/>
                      <a:round/>
                      <a:headEnd len="sm" w="sm" type="none"/>
                      <a:tailEnd len="sm" w="sm" type="none"/>
                    </a:lnT>
                    <a:lnB cap="flat" cmpd="sng" w="9525">
                      <a:solidFill>
                        <a:schemeClr val="lt1"/>
                      </a:solidFill>
                      <a:prstDash val="solid"/>
                      <a:round/>
                      <a:headEnd len="sm" w="sm" type="none"/>
                      <a:tailEnd len="sm" w="sm" type="none"/>
                    </a:lnB>
                    <a:solidFill>
                      <a:srgbClr val="03A9F4"/>
                    </a:solidFill>
                  </a:tcPr>
                </a:tc>
                <a:tc hMerge="1"/>
                <a:tc hMerge="1"/>
                <a:tc rowSpan="2">
                  <a:txBody>
                    <a:bodyPr/>
                    <a:lstStyle/>
                    <a:p>
                      <a:pPr indent="0" lvl="0" marL="0" marR="0" rtl="0" algn="ctr">
                        <a:lnSpc>
                          <a:spcPct val="100000"/>
                        </a:lnSpc>
                        <a:spcBef>
                          <a:spcPts val="0"/>
                        </a:spcBef>
                        <a:spcAft>
                          <a:spcPts val="0"/>
                        </a:spcAft>
                        <a:buClr>
                          <a:srgbClr val="000000"/>
                        </a:buClr>
                        <a:buSzPts val="1100"/>
                        <a:buFont typeface="Arial"/>
                        <a:buNone/>
                      </a:pPr>
                      <a:r>
                        <a:rPr b="1" lang="ko-KR" sz="1100" u="none" cap="none" strike="noStrike">
                          <a:solidFill>
                            <a:schemeClr val="lt1"/>
                          </a:solidFill>
                          <a:latin typeface="Malgun Gothic"/>
                          <a:ea typeface="Malgun Gothic"/>
                          <a:cs typeface="Malgun Gothic"/>
                          <a:sym typeface="Malgun Gothic"/>
                        </a:rPr>
                        <a:t>평가도구</a:t>
                      </a:r>
                      <a:endParaRPr b="1" sz="1100" u="none" cap="none" strike="noStrike">
                        <a:solidFill>
                          <a:schemeClr val="lt1"/>
                        </a:solidFill>
                        <a:latin typeface="Malgun Gothic"/>
                        <a:ea typeface="Malgun Gothic"/>
                        <a:cs typeface="Malgun Gothic"/>
                        <a:sym typeface="Malgun Gothic"/>
                      </a:endParaRPr>
                    </a:p>
                    <a:p>
                      <a:pPr indent="0" lvl="0" marL="0" marR="0" rtl="0" algn="ctr">
                        <a:lnSpc>
                          <a:spcPct val="100000"/>
                        </a:lnSpc>
                        <a:spcBef>
                          <a:spcPts val="0"/>
                        </a:spcBef>
                        <a:spcAft>
                          <a:spcPts val="0"/>
                        </a:spcAft>
                        <a:buClr>
                          <a:srgbClr val="000000"/>
                        </a:buClr>
                        <a:buSzPts val="1100"/>
                        <a:buFont typeface="Arial"/>
                        <a:buNone/>
                      </a:pPr>
                      <a:r>
                        <a:rPr b="1" lang="ko-KR" sz="1100" u="none" cap="none" strike="noStrike">
                          <a:solidFill>
                            <a:schemeClr val="lt1"/>
                          </a:solidFill>
                          <a:latin typeface="Malgun Gothic"/>
                          <a:ea typeface="Malgun Gothic"/>
                          <a:cs typeface="Malgun Gothic"/>
                          <a:sym typeface="Malgun Gothic"/>
                        </a:rPr>
                        <a:t>(방법)</a:t>
                      </a:r>
                      <a:endParaRPr b="1" sz="1100" u="none" cap="none" strike="noStrike">
                        <a:solidFill>
                          <a:schemeClr val="lt1"/>
                        </a:solidFill>
                        <a:latin typeface="Malgun Gothic"/>
                        <a:ea typeface="Malgun Gothic"/>
                        <a:cs typeface="Malgun Gothic"/>
                        <a:sym typeface="Malgun Gothic"/>
                      </a:endParaRPr>
                    </a:p>
                  </a:txBody>
                  <a:tcPr marT="45725" marB="45725" marR="91450" marL="91450" anchor="ctr">
                    <a:lnL cap="flat" cmpd="sng" w="9525">
                      <a:solidFill>
                        <a:schemeClr val="lt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9050">
                      <a:solidFill>
                        <a:srgbClr val="03A9F4"/>
                      </a:solidFill>
                      <a:prstDash val="solid"/>
                      <a:round/>
                      <a:headEnd len="sm" w="sm" type="none"/>
                      <a:tailEnd len="sm" w="sm" type="none"/>
                    </a:lnT>
                    <a:lnB cap="flat" cmpd="sng" w="9525">
                      <a:solidFill>
                        <a:schemeClr val="lt1"/>
                      </a:solidFill>
                      <a:prstDash val="solid"/>
                      <a:round/>
                      <a:headEnd len="sm" w="sm" type="none"/>
                      <a:tailEnd len="sm" w="sm" type="none"/>
                    </a:lnB>
                    <a:solidFill>
                      <a:srgbClr val="03A9F4"/>
                    </a:solidFill>
                  </a:tcPr>
                </a:tc>
              </a:tr>
              <a:tr h="256425">
                <a:tc vMerge="1"/>
                <a:tc>
                  <a:txBody>
                    <a:bodyPr/>
                    <a:lstStyle/>
                    <a:p>
                      <a:pPr indent="0" lvl="0" marL="0" marR="0" rtl="0" algn="ctr">
                        <a:lnSpc>
                          <a:spcPct val="100000"/>
                        </a:lnSpc>
                        <a:spcBef>
                          <a:spcPts val="0"/>
                        </a:spcBef>
                        <a:spcAft>
                          <a:spcPts val="0"/>
                        </a:spcAft>
                        <a:buClr>
                          <a:srgbClr val="000000"/>
                        </a:buClr>
                        <a:buSzPts val="1100"/>
                        <a:buFont typeface="Arial"/>
                        <a:buNone/>
                      </a:pPr>
                      <a:r>
                        <a:rPr b="1" lang="ko-KR" sz="1100" u="none" cap="none" strike="noStrike">
                          <a:solidFill>
                            <a:schemeClr val="lt1"/>
                          </a:solidFill>
                          <a:latin typeface="Malgun Gothic"/>
                          <a:ea typeface="Malgun Gothic"/>
                          <a:cs typeface="Malgun Gothic"/>
                          <a:sym typeface="Malgun Gothic"/>
                        </a:rPr>
                        <a:t>심화</a:t>
                      </a:r>
                      <a:endParaRPr sz="1400" u="none" cap="none" strike="noStrike"/>
                    </a:p>
                  </a:txBody>
                  <a:tcPr marT="45725" marB="45725" marR="9145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03A9F4"/>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1" lang="ko-KR" sz="1100" u="none" cap="none" strike="noStrike">
                          <a:solidFill>
                            <a:schemeClr val="lt1"/>
                          </a:solidFill>
                          <a:latin typeface="Malgun Gothic"/>
                          <a:ea typeface="Malgun Gothic"/>
                          <a:cs typeface="Malgun Gothic"/>
                          <a:sym typeface="Malgun Gothic"/>
                        </a:rPr>
                        <a:t>기본</a:t>
                      </a:r>
                      <a:endParaRPr sz="1400" u="none" cap="none" strike="noStrike"/>
                    </a:p>
                  </a:txBody>
                  <a:tcPr marT="45725" marB="45725" marR="9145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03A9F4"/>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1" lang="ko-KR" sz="1100" u="none" cap="none" strike="noStrike">
                          <a:solidFill>
                            <a:schemeClr val="lt1"/>
                          </a:solidFill>
                          <a:latin typeface="Malgun Gothic"/>
                          <a:ea typeface="Malgun Gothic"/>
                          <a:cs typeface="Malgun Gothic"/>
                          <a:sym typeface="Malgun Gothic"/>
                        </a:rPr>
                        <a:t>기초 </a:t>
                      </a:r>
                      <a:endParaRPr sz="1400" u="none" cap="none" strike="noStrike"/>
                    </a:p>
                  </a:txBody>
                  <a:tcPr marT="45725" marB="45725" marR="9145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03A9F4"/>
                    </a:solidFill>
                  </a:tcPr>
                </a:tc>
                <a:tc vMerge="1"/>
              </a:tr>
              <a:tr h="533850">
                <a:tc>
                  <a:txBody>
                    <a:bodyPr/>
                    <a:lstStyle/>
                    <a:p>
                      <a:pPr indent="0" lvl="0" marL="0" marR="0" rtl="0" algn="ctr">
                        <a:lnSpc>
                          <a:spcPct val="100000"/>
                        </a:lnSpc>
                        <a:spcBef>
                          <a:spcPts val="0"/>
                        </a:spcBef>
                        <a:spcAft>
                          <a:spcPts val="0"/>
                        </a:spcAft>
                        <a:buClr>
                          <a:srgbClr val="000000"/>
                        </a:buClr>
                        <a:buSzPts val="1100"/>
                        <a:buFont typeface="Arial"/>
                        <a:buNone/>
                      </a:pPr>
                      <a:r>
                        <a:t/>
                      </a:r>
                      <a:endParaRPr b="1" sz="1100" u="none" cap="none" strike="noStrike">
                        <a:solidFill>
                          <a:schemeClr val="dk1"/>
                        </a:solidFill>
                        <a:latin typeface="Malgun Gothic"/>
                        <a:ea typeface="Malgun Gothic"/>
                        <a:cs typeface="Malgun Gothic"/>
                        <a:sym typeface="Malgun Gothic"/>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3A9F4"/>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rgbClr val="03A9F4"/>
                      </a:solidFill>
                      <a:prstDash val="solid"/>
                      <a:round/>
                      <a:headEnd len="sm" w="sm" type="none"/>
                      <a:tailEnd len="sm" w="sm" type="none"/>
                    </a:lnB>
                    <a:solidFill>
                      <a:srgbClr val="D9F3FF"/>
                    </a:solidFill>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b="1" sz="1100" u="none" cap="none" strike="noStrike">
                        <a:solidFill>
                          <a:schemeClr val="dk1"/>
                        </a:solidFill>
                        <a:latin typeface="Malgun Gothic"/>
                        <a:ea typeface="Malgun Gothic"/>
                        <a:cs typeface="Malgun Gothic"/>
                        <a:sym typeface="Malgun Gothic"/>
                      </a:endParaRPr>
                    </a:p>
                  </a:txBody>
                  <a:tcPr marT="45725" marB="45725" marR="91450" marL="91450" anchor="ctr">
                    <a:lnL cap="flat" cmpd="sng" w="9525">
                      <a:solidFill>
                        <a:srgbClr val="03A9F4"/>
                      </a:solidFill>
                      <a:prstDash val="solid"/>
                      <a:round/>
                      <a:headEnd len="sm" w="sm" type="none"/>
                      <a:tailEnd len="sm" w="sm" type="none"/>
                    </a:lnL>
                    <a:lnR cap="flat" cmpd="sng" w="9525">
                      <a:solidFill>
                        <a:srgbClr val="03A9F4"/>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rgbClr val="03A9F4"/>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b="1" sz="1100" u="none" cap="none" strike="noStrike">
                        <a:solidFill>
                          <a:schemeClr val="dk1"/>
                        </a:solidFill>
                        <a:latin typeface="Malgun Gothic"/>
                        <a:ea typeface="Malgun Gothic"/>
                        <a:cs typeface="Malgun Gothic"/>
                        <a:sym typeface="Malgun Gothic"/>
                      </a:endParaRPr>
                    </a:p>
                  </a:txBody>
                  <a:tcPr marT="45725" marB="45725" marR="91450" marL="91450" anchor="ctr">
                    <a:lnL cap="flat" cmpd="sng" w="9525">
                      <a:solidFill>
                        <a:srgbClr val="03A9F4"/>
                      </a:solidFill>
                      <a:prstDash val="solid"/>
                      <a:round/>
                      <a:headEnd len="sm" w="sm" type="none"/>
                      <a:tailEnd len="sm" w="sm" type="none"/>
                    </a:lnL>
                    <a:lnR cap="flat" cmpd="sng" w="9525">
                      <a:solidFill>
                        <a:srgbClr val="03A9F4"/>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rgbClr val="03A9F4"/>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b="1" sz="1100" u="none" cap="none" strike="noStrike">
                        <a:solidFill>
                          <a:schemeClr val="dk1"/>
                        </a:solidFill>
                        <a:latin typeface="Malgun Gothic"/>
                        <a:ea typeface="Malgun Gothic"/>
                        <a:cs typeface="Malgun Gothic"/>
                        <a:sym typeface="Malgun Gothic"/>
                      </a:endParaRPr>
                    </a:p>
                  </a:txBody>
                  <a:tcPr marT="45725" marB="45725" marR="91450" marL="91450" anchor="ctr">
                    <a:lnL cap="flat" cmpd="sng" w="9525">
                      <a:solidFill>
                        <a:srgbClr val="03A9F4"/>
                      </a:solidFill>
                      <a:prstDash val="solid"/>
                      <a:round/>
                      <a:headEnd len="sm" w="sm" type="none"/>
                      <a:tailEnd len="sm" w="sm" type="none"/>
                    </a:lnL>
                    <a:lnR cap="flat" cmpd="sng" w="9525">
                      <a:solidFill>
                        <a:srgbClr val="03A9F4"/>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rgbClr val="03A9F4"/>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b="1" sz="1100" u="none" cap="none" strike="noStrike">
                        <a:solidFill>
                          <a:schemeClr val="dk1"/>
                        </a:solidFill>
                        <a:latin typeface="Malgun Gothic"/>
                        <a:ea typeface="Malgun Gothic"/>
                        <a:cs typeface="Malgun Gothic"/>
                        <a:sym typeface="Malgun Gothic"/>
                      </a:endParaRPr>
                    </a:p>
                  </a:txBody>
                  <a:tcPr marT="45725" marB="45725" marR="91450" marL="91450" anchor="ctr">
                    <a:lnL cap="flat" cmpd="sng" w="9525">
                      <a:solidFill>
                        <a:srgbClr val="03A9F4"/>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rgbClr val="03A9F4"/>
                      </a:solidFill>
                      <a:prstDash val="solid"/>
                      <a:round/>
                      <a:headEnd len="sm" w="sm" type="none"/>
                      <a:tailEnd len="sm" w="sm" type="none"/>
                    </a:lnB>
                  </a:tcPr>
                </a:tc>
              </a:tr>
              <a:tr h="533850">
                <a:tc>
                  <a:txBody>
                    <a:bodyPr/>
                    <a:lstStyle/>
                    <a:p>
                      <a:pPr indent="0" lvl="0" marL="0" marR="0" rtl="0" algn="ctr">
                        <a:lnSpc>
                          <a:spcPct val="100000"/>
                        </a:lnSpc>
                        <a:spcBef>
                          <a:spcPts val="0"/>
                        </a:spcBef>
                        <a:spcAft>
                          <a:spcPts val="0"/>
                        </a:spcAft>
                        <a:buClr>
                          <a:srgbClr val="000000"/>
                        </a:buClr>
                        <a:buSzPts val="1100"/>
                        <a:buFont typeface="Arial"/>
                        <a:buNone/>
                      </a:pPr>
                      <a:r>
                        <a:t/>
                      </a:r>
                      <a:endParaRPr b="1" sz="1100" u="none" cap="none" strike="noStrike">
                        <a:solidFill>
                          <a:schemeClr val="dk1"/>
                        </a:solidFill>
                        <a:latin typeface="Malgun Gothic"/>
                        <a:ea typeface="Malgun Gothic"/>
                        <a:cs typeface="Malgun Gothic"/>
                        <a:sym typeface="Malgun Gothic"/>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3A9F4"/>
                      </a:solidFill>
                      <a:prstDash val="solid"/>
                      <a:round/>
                      <a:headEnd len="sm" w="sm" type="none"/>
                      <a:tailEnd len="sm" w="sm" type="none"/>
                    </a:lnR>
                    <a:lnT cap="flat" cmpd="sng" w="9525">
                      <a:solidFill>
                        <a:srgbClr val="03A9F4"/>
                      </a:solidFill>
                      <a:prstDash val="solid"/>
                      <a:round/>
                      <a:headEnd len="sm" w="sm" type="none"/>
                      <a:tailEnd len="sm" w="sm" type="none"/>
                    </a:lnT>
                    <a:lnB cap="flat" cmpd="sng" w="19050">
                      <a:solidFill>
                        <a:srgbClr val="03A9F4"/>
                      </a:solidFill>
                      <a:prstDash val="solid"/>
                      <a:round/>
                      <a:headEnd len="sm" w="sm" type="none"/>
                      <a:tailEnd len="sm" w="sm" type="none"/>
                    </a:lnB>
                    <a:solidFill>
                      <a:srgbClr val="D9F3FF"/>
                    </a:solidFill>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b="1" sz="1100" u="none" cap="none" strike="noStrike">
                        <a:solidFill>
                          <a:schemeClr val="dk1"/>
                        </a:solidFill>
                        <a:latin typeface="Malgun Gothic"/>
                        <a:ea typeface="Malgun Gothic"/>
                        <a:cs typeface="Malgun Gothic"/>
                        <a:sym typeface="Malgun Gothic"/>
                      </a:endParaRPr>
                    </a:p>
                  </a:txBody>
                  <a:tcPr marT="45725" marB="45725" marR="91450" marL="91450" anchor="ctr">
                    <a:lnL cap="flat" cmpd="sng" w="9525">
                      <a:solidFill>
                        <a:srgbClr val="03A9F4"/>
                      </a:solidFill>
                      <a:prstDash val="solid"/>
                      <a:round/>
                      <a:headEnd len="sm" w="sm" type="none"/>
                      <a:tailEnd len="sm" w="sm" type="none"/>
                    </a:lnL>
                    <a:lnR cap="flat" cmpd="sng" w="9525">
                      <a:solidFill>
                        <a:srgbClr val="03A9F4"/>
                      </a:solidFill>
                      <a:prstDash val="solid"/>
                      <a:round/>
                      <a:headEnd len="sm" w="sm" type="none"/>
                      <a:tailEnd len="sm" w="sm" type="none"/>
                    </a:lnR>
                    <a:lnT cap="flat" cmpd="sng" w="9525">
                      <a:solidFill>
                        <a:srgbClr val="03A9F4"/>
                      </a:solidFill>
                      <a:prstDash val="solid"/>
                      <a:round/>
                      <a:headEnd len="sm" w="sm" type="none"/>
                      <a:tailEnd len="sm" w="sm" type="none"/>
                    </a:lnT>
                    <a:lnB cap="flat" cmpd="sng" w="19050">
                      <a:solidFill>
                        <a:srgbClr val="03A9F4"/>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b="1" sz="1100" u="none" cap="none" strike="noStrike">
                        <a:solidFill>
                          <a:schemeClr val="dk1"/>
                        </a:solidFill>
                        <a:latin typeface="Malgun Gothic"/>
                        <a:ea typeface="Malgun Gothic"/>
                        <a:cs typeface="Malgun Gothic"/>
                        <a:sym typeface="Malgun Gothic"/>
                      </a:endParaRPr>
                    </a:p>
                  </a:txBody>
                  <a:tcPr marT="45725" marB="45725" marR="91450" marL="91450" anchor="ctr">
                    <a:lnL cap="flat" cmpd="sng" w="9525">
                      <a:solidFill>
                        <a:srgbClr val="03A9F4"/>
                      </a:solidFill>
                      <a:prstDash val="solid"/>
                      <a:round/>
                      <a:headEnd len="sm" w="sm" type="none"/>
                      <a:tailEnd len="sm" w="sm" type="none"/>
                    </a:lnL>
                    <a:lnR cap="flat" cmpd="sng" w="9525">
                      <a:solidFill>
                        <a:srgbClr val="03A9F4"/>
                      </a:solidFill>
                      <a:prstDash val="solid"/>
                      <a:round/>
                      <a:headEnd len="sm" w="sm" type="none"/>
                      <a:tailEnd len="sm" w="sm" type="none"/>
                    </a:lnR>
                    <a:lnT cap="flat" cmpd="sng" w="9525">
                      <a:solidFill>
                        <a:srgbClr val="03A9F4"/>
                      </a:solidFill>
                      <a:prstDash val="solid"/>
                      <a:round/>
                      <a:headEnd len="sm" w="sm" type="none"/>
                      <a:tailEnd len="sm" w="sm" type="none"/>
                    </a:lnT>
                    <a:lnB cap="flat" cmpd="sng" w="19050">
                      <a:solidFill>
                        <a:srgbClr val="03A9F4"/>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b="1" sz="1100" u="none" cap="none" strike="noStrike">
                        <a:solidFill>
                          <a:schemeClr val="dk1"/>
                        </a:solidFill>
                        <a:latin typeface="Malgun Gothic"/>
                        <a:ea typeface="Malgun Gothic"/>
                        <a:cs typeface="Malgun Gothic"/>
                        <a:sym typeface="Malgun Gothic"/>
                      </a:endParaRPr>
                    </a:p>
                  </a:txBody>
                  <a:tcPr marT="45725" marB="45725" marR="91450" marL="91450" anchor="ctr">
                    <a:lnL cap="flat" cmpd="sng" w="9525">
                      <a:solidFill>
                        <a:srgbClr val="03A9F4"/>
                      </a:solidFill>
                      <a:prstDash val="solid"/>
                      <a:round/>
                      <a:headEnd len="sm" w="sm" type="none"/>
                      <a:tailEnd len="sm" w="sm" type="none"/>
                    </a:lnL>
                    <a:lnR cap="flat" cmpd="sng" w="9525">
                      <a:solidFill>
                        <a:srgbClr val="03A9F4"/>
                      </a:solidFill>
                      <a:prstDash val="solid"/>
                      <a:round/>
                      <a:headEnd len="sm" w="sm" type="none"/>
                      <a:tailEnd len="sm" w="sm" type="none"/>
                    </a:lnR>
                    <a:lnT cap="flat" cmpd="sng" w="9525">
                      <a:solidFill>
                        <a:srgbClr val="03A9F4"/>
                      </a:solidFill>
                      <a:prstDash val="solid"/>
                      <a:round/>
                      <a:headEnd len="sm" w="sm" type="none"/>
                      <a:tailEnd len="sm" w="sm" type="none"/>
                    </a:lnT>
                    <a:lnB cap="flat" cmpd="sng" w="19050">
                      <a:solidFill>
                        <a:srgbClr val="03A9F4"/>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b="1" sz="1100" u="none" cap="none" strike="noStrike">
                        <a:solidFill>
                          <a:schemeClr val="dk1"/>
                        </a:solidFill>
                        <a:latin typeface="Malgun Gothic"/>
                        <a:ea typeface="Malgun Gothic"/>
                        <a:cs typeface="Malgun Gothic"/>
                        <a:sym typeface="Malgun Gothic"/>
                      </a:endParaRPr>
                    </a:p>
                  </a:txBody>
                  <a:tcPr marT="45725" marB="45725" marR="91450" marL="91450" anchor="ctr">
                    <a:lnL cap="flat" cmpd="sng" w="9525">
                      <a:solidFill>
                        <a:srgbClr val="03A9F4"/>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3A9F4"/>
                      </a:solidFill>
                      <a:prstDash val="solid"/>
                      <a:round/>
                      <a:headEnd len="sm" w="sm" type="none"/>
                      <a:tailEnd len="sm" w="sm" type="none"/>
                    </a:lnT>
                    <a:lnB cap="flat" cmpd="sng" w="19050">
                      <a:solidFill>
                        <a:srgbClr val="03A9F4"/>
                      </a:solidFill>
                      <a:prstDash val="solid"/>
                      <a:round/>
                      <a:headEnd len="sm" w="sm" type="none"/>
                      <a:tailEnd len="sm" w="sm" type="none"/>
                    </a:lnB>
                  </a:tcPr>
                </a:tc>
              </a:tr>
            </a:tbl>
          </a:graphicData>
        </a:graphic>
      </p:graphicFrame>
      <p:sp>
        <p:nvSpPr>
          <p:cNvPr id="326" name="Google Shape;326;g3f3b1709a98_0_18"/>
          <p:cNvSpPr/>
          <p:nvPr/>
        </p:nvSpPr>
        <p:spPr>
          <a:xfrm>
            <a:off x="9331071" y="6951139"/>
            <a:ext cx="2601000" cy="1833000"/>
          </a:xfrm>
          <a:prstGeom prst="roundRect">
            <a:avLst>
              <a:gd fmla="val 4677" name="adj"/>
            </a:avLst>
          </a:prstGeom>
          <a:solidFill>
            <a:srgbClr val="E5EBF7"/>
          </a:solidFill>
          <a:ln cap="flat" cmpd="sng" w="19050">
            <a:solidFill>
              <a:srgbClr val="2F5597"/>
            </a:solidFill>
            <a:prstDash val="solid"/>
            <a:miter lim="80"/>
            <a:headEnd len="sm" w="sm" type="none"/>
            <a:tailEnd len="sm" w="sm" type="none"/>
          </a:ln>
        </p:spPr>
        <p:txBody>
          <a:bodyPr anchorCtr="0" anchor="t" bIns="0" lIns="54000" spcFirstLastPara="1" rIns="54000" wrap="square" tIns="252000">
            <a:noAutofit/>
          </a:bodyPr>
          <a:lstStyle/>
          <a:p>
            <a:pPr indent="0" lvl="0" marL="0" marR="0" rtl="0" algn="l">
              <a:lnSpc>
                <a:spcPct val="120000"/>
              </a:lnSpc>
              <a:spcBef>
                <a:spcPts val="0"/>
              </a:spcBef>
              <a:spcAft>
                <a:spcPts val="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sp>
        <p:nvSpPr>
          <p:cNvPr id="327" name="Google Shape;327;g3f3b1709a98_0_18"/>
          <p:cNvSpPr/>
          <p:nvPr/>
        </p:nvSpPr>
        <p:spPr>
          <a:xfrm>
            <a:off x="260063" y="6755625"/>
            <a:ext cx="1334700" cy="303300"/>
          </a:xfrm>
          <a:prstGeom prst="roundRect">
            <a:avLst>
              <a:gd fmla="val 50000" name="adj"/>
            </a:avLst>
          </a:prstGeom>
          <a:solidFill>
            <a:srgbClr val="2F559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ko-KR" sz="1200" u="none" cap="none" strike="noStrike">
                <a:solidFill>
                  <a:schemeClr val="lt1"/>
                </a:solidFill>
                <a:latin typeface="Calibri"/>
                <a:ea typeface="Calibri"/>
                <a:cs typeface="Calibri"/>
                <a:sym typeface="Calibri"/>
              </a:rPr>
              <a:t>과정 중심 평가</a:t>
            </a:r>
            <a:endParaRPr b="0" i="0" sz="1400" u="none" cap="none" strike="noStrike">
              <a:solidFill>
                <a:srgbClr val="000000"/>
              </a:solidFill>
              <a:latin typeface="Arial"/>
              <a:ea typeface="Arial"/>
              <a:cs typeface="Arial"/>
              <a:sym typeface="Arial"/>
            </a:endParaRPr>
          </a:p>
        </p:txBody>
      </p:sp>
      <p:grpSp>
        <p:nvGrpSpPr>
          <p:cNvPr id="328" name="Google Shape;328;g3f3b1709a98_0_18"/>
          <p:cNvGrpSpPr/>
          <p:nvPr/>
        </p:nvGrpSpPr>
        <p:grpSpPr>
          <a:xfrm>
            <a:off x="9463309" y="6755625"/>
            <a:ext cx="2342269" cy="433172"/>
            <a:chOff x="9163049" y="6446689"/>
            <a:chExt cx="2342269" cy="433172"/>
          </a:xfrm>
        </p:grpSpPr>
        <p:sp>
          <p:nvSpPr>
            <p:cNvPr id="329" name="Google Shape;329;g3f3b1709a98_0_18"/>
            <p:cNvSpPr/>
            <p:nvPr/>
          </p:nvSpPr>
          <p:spPr>
            <a:xfrm>
              <a:off x="9463518" y="6498067"/>
              <a:ext cx="2041800" cy="303300"/>
            </a:xfrm>
            <a:prstGeom prst="roundRect">
              <a:avLst>
                <a:gd fmla="val 50000" name="adj"/>
              </a:avLst>
            </a:prstGeom>
            <a:solidFill>
              <a:srgbClr val="2F5597"/>
            </a:solidFill>
            <a:ln>
              <a:noFill/>
            </a:ln>
          </p:spPr>
          <p:txBody>
            <a:bodyPr anchorCtr="0" anchor="ctr" bIns="0" lIns="14400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ko-KR" sz="1200" u="none" cap="none" strike="noStrike">
                  <a:solidFill>
                    <a:schemeClr val="lt1"/>
                  </a:solidFill>
                  <a:latin typeface="Calibri"/>
                  <a:ea typeface="Calibri"/>
                  <a:cs typeface="Calibri"/>
                  <a:sym typeface="Calibri"/>
                </a:rPr>
                <a:t>AI·디지털 활용 유의사항</a:t>
              </a:r>
              <a:endParaRPr b="0" i="0" sz="1400" u="none" cap="none" strike="noStrike">
                <a:solidFill>
                  <a:srgbClr val="000000"/>
                </a:solidFill>
                <a:latin typeface="Arial"/>
                <a:ea typeface="Arial"/>
                <a:cs typeface="Arial"/>
                <a:sym typeface="Arial"/>
              </a:endParaRPr>
            </a:p>
          </p:txBody>
        </p:sp>
        <p:pic>
          <p:nvPicPr>
            <p:cNvPr id="330" name="Google Shape;330;g3f3b1709a98_0_18"/>
            <p:cNvPicPr preferRelativeResize="0"/>
            <p:nvPr/>
          </p:nvPicPr>
          <p:blipFill rotWithShape="1">
            <a:blip r:embed="rId5">
              <a:alphaModFix/>
            </a:blip>
            <a:srcRect b="0" l="0" r="0" t="0"/>
            <a:stretch/>
          </p:blipFill>
          <p:spPr>
            <a:xfrm flipH="1">
              <a:off x="9163049" y="6446689"/>
              <a:ext cx="433174" cy="433172"/>
            </a:xfrm>
            <a:prstGeom prst="rect">
              <a:avLst/>
            </a:prstGeom>
            <a:noFill/>
            <a:ln>
              <a:noFill/>
            </a:ln>
          </p:spPr>
        </p:pic>
      </p:grpSp>
      <p:grpSp>
        <p:nvGrpSpPr>
          <p:cNvPr id="331" name="Google Shape;331;g3f3b1709a98_0_18"/>
          <p:cNvGrpSpPr/>
          <p:nvPr/>
        </p:nvGrpSpPr>
        <p:grpSpPr>
          <a:xfrm>
            <a:off x="266600" y="3658959"/>
            <a:ext cx="467185" cy="480012"/>
            <a:chOff x="266600" y="3658959"/>
            <a:chExt cx="467185" cy="480012"/>
          </a:xfrm>
        </p:grpSpPr>
        <p:sp>
          <p:nvSpPr>
            <p:cNvPr id="332" name="Google Shape;332;g3f3b1709a98_0_18"/>
            <p:cNvSpPr txBox="1"/>
            <p:nvPr/>
          </p:nvSpPr>
          <p:spPr>
            <a:xfrm>
              <a:off x="358108" y="3954171"/>
              <a:ext cx="307800" cy="1848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200"/>
                <a:buFont typeface="Arial"/>
                <a:buNone/>
              </a:pPr>
              <a:r>
                <a:rPr b="1" i="0" lang="ko-KR" sz="1200" u="none" cap="none" strike="noStrike">
                  <a:solidFill>
                    <a:schemeClr val="dk1"/>
                  </a:solidFill>
                  <a:latin typeface="Calibri"/>
                  <a:ea typeface="Calibri"/>
                  <a:cs typeface="Calibri"/>
                  <a:sym typeface="Calibri"/>
                </a:rPr>
                <a:t>전체</a:t>
              </a:r>
              <a:endParaRPr b="0" i="0" sz="1400" u="none" cap="none" strike="noStrike">
                <a:solidFill>
                  <a:srgbClr val="000000"/>
                </a:solidFill>
                <a:latin typeface="Arial"/>
                <a:ea typeface="Arial"/>
                <a:cs typeface="Arial"/>
                <a:sym typeface="Arial"/>
              </a:endParaRPr>
            </a:p>
          </p:txBody>
        </p:sp>
        <p:pic>
          <p:nvPicPr>
            <p:cNvPr id="333" name="Google Shape;333;g3f3b1709a98_0_18"/>
            <p:cNvPicPr preferRelativeResize="0"/>
            <p:nvPr/>
          </p:nvPicPr>
          <p:blipFill rotWithShape="1">
            <a:blip r:embed="rId6">
              <a:alphaModFix/>
            </a:blip>
            <a:srcRect b="44561" l="0" r="0" t="0"/>
            <a:stretch/>
          </p:blipFill>
          <p:spPr>
            <a:xfrm>
              <a:off x="266600" y="3658959"/>
              <a:ext cx="467185" cy="258992"/>
            </a:xfrm>
            <a:prstGeom prst="rect">
              <a:avLst/>
            </a:prstGeom>
            <a:noFill/>
            <a:ln>
              <a:noFill/>
            </a:ln>
          </p:spPr>
        </p:pic>
      </p:grpSp>
      <p:graphicFrame>
        <p:nvGraphicFramePr>
          <p:cNvPr id="334" name="Google Shape;334;g3f3b1709a98_0_18"/>
          <p:cNvGraphicFramePr/>
          <p:nvPr/>
        </p:nvGraphicFramePr>
        <p:xfrm>
          <a:off x="260063" y="1008799"/>
          <a:ext cx="3000000" cy="3000000"/>
        </p:xfrm>
        <a:graphic>
          <a:graphicData uri="http://schemas.openxmlformats.org/drawingml/2006/table">
            <a:tbl>
              <a:tblPr bandRow="1" firstRow="1">
                <a:noFill/>
                <a:tableStyleId>{04B63DE1-978C-42A9-A24A-B7FF7C6908ED}</a:tableStyleId>
              </a:tblPr>
              <a:tblGrid>
                <a:gridCol w="843625"/>
                <a:gridCol w="1070800"/>
                <a:gridCol w="769425"/>
                <a:gridCol w="1884575"/>
                <a:gridCol w="624475"/>
                <a:gridCol w="915175"/>
                <a:gridCol w="1001475"/>
                <a:gridCol w="2343100"/>
                <a:gridCol w="936700"/>
                <a:gridCol w="1304825"/>
              </a:tblGrid>
              <a:tr h="314050">
                <a:tc>
                  <a:txBody>
                    <a:bodyPr/>
                    <a:lstStyle/>
                    <a:p>
                      <a:pPr indent="0" lvl="0" marL="0" marR="0" rtl="0" algn="ctr">
                        <a:lnSpc>
                          <a:spcPct val="100000"/>
                        </a:lnSpc>
                        <a:spcBef>
                          <a:spcPts val="0"/>
                        </a:spcBef>
                        <a:spcAft>
                          <a:spcPts val="0"/>
                        </a:spcAft>
                        <a:buClr>
                          <a:srgbClr val="000000"/>
                        </a:buClr>
                        <a:buSzPts val="1100"/>
                        <a:buFont typeface="Arial"/>
                        <a:buNone/>
                      </a:pPr>
                      <a:r>
                        <a:rPr b="1" lang="ko-KR" sz="1100" u="none" cap="none" strike="noStrike">
                          <a:solidFill>
                            <a:schemeClr val="lt1"/>
                          </a:solidFill>
                          <a:latin typeface="Malgun Gothic"/>
                          <a:ea typeface="Malgun Gothic"/>
                          <a:cs typeface="Malgun Gothic"/>
                          <a:sym typeface="Malgun Gothic"/>
                        </a:rPr>
                        <a:t>학년-학기</a:t>
                      </a:r>
                      <a:endParaRPr sz="1400" u="none" cap="none" strike="noStrike"/>
                    </a:p>
                  </a:txBody>
                  <a:tcPr marT="45725" marB="45725" marR="0" marL="0" anchor="ctr">
                    <a:lnL cap="flat" cmpd="sng" w="9525">
                      <a:solidFill>
                        <a:srgbClr val="000000">
                          <a:alpha val="0"/>
                        </a:srgbClr>
                      </a:solidFill>
                      <a:prstDash val="solid"/>
                      <a:round/>
                      <a:headEnd len="sm" w="sm" type="none"/>
                      <a:tailEnd len="sm" w="sm" type="none"/>
                    </a:lnL>
                    <a:lnR cap="flat" cmpd="sng" w="9525">
                      <a:solidFill>
                        <a:srgbClr val="03A9F4"/>
                      </a:solidFill>
                      <a:prstDash val="solid"/>
                      <a:round/>
                      <a:headEnd len="sm" w="sm" type="none"/>
                      <a:tailEnd len="sm" w="sm" type="none"/>
                    </a:lnR>
                    <a:lnT cap="flat" cmpd="sng" w="19050">
                      <a:solidFill>
                        <a:srgbClr val="03A9F4"/>
                      </a:solidFill>
                      <a:prstDash val="solid"/>
                      <a:round/>
                      <a:headEnd len="sm" w="sm" type="none"/>
                      <a:tailEnd len="sm" w="sm" type="none"/>
                    </a:lnT>
                    <a:lnB cap="flat" cmpd="sng" w="9525">
                      <a:solidFill>
                        <a:schemeClr val="lt1"/>
                      </a:solidFill>
                      <a:prstDash val="solid"/>
                      <a:round/>
                      <a:headEnd len="sm" w="sm" type="none"/>
                      <a:tailEnd len="sm" w="sm" type="none"/>
                    </a:lnB>
                    <a:solidFill>
                      <a:srgbClr val="03A9F4"/>
                    </a:solidFill>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b="1" sz="1100" u="none" cap="none" strike="noStrike">
                        <a:solidFill>
                          <a:schemeClr val="dk1"/>
                        </a:solidFill>
                        <a:latin typeface="Malgun Gothic"/>
                        <a:ea typeface="Malgun Gothic"/>
                        <a:cs typeface="Malgun Gothic"/>
                        <a:sym typeface="Malgun Gothic"/>
                      </a:endParaRPr>
                    </a:p>
                  </a:txBody>
                  <a:tcPr marT="45725" marB="45725" marR="90000" marL="90000" anchor="ctr">
                    <a:lnL cap="flat" cmpd="sng" w="9525">
                      <a:solidFill>
                        <a:srgbClr val="03A9F4"/>
                      </a:solidFill>
                      <a:prstDash val="solid"/>
                      <a:round/>
                      <a:headEnd len="sm" w="sm" type="none"/>
                      <a:tailEnd len="sm" w="sm" type="none"/>
                    </a:lnL>
                    <a:lnR cap="flat" cmpd="sng" w="9525">
                      <a:solidFill>
                        <a:srgbClr val="03A9F4"/>
                      </a:solidFill>
                      <a:prstDash val="solid"/>
                      <a:round/>
                      <a:headEnd len="sm" w="sm" type="none"/>
                      <a:tailEnd len="sm" w="sm" type="none"/>
                    </a:lnR>
                    <a:lnT cap="flat" cmpd="sng" w="19050">
                      <a:solidFill>
                        <a:srgbClr val="03A9F4"/>
                      </a:solidFill>
                      <a:prstDash val="solid"/>
                      <a:round/>
                      <a:headEnd len="sm" w="sm" type="none"/>
                      <a:tailEnd len="sm" w="sm" type="none"/>
                    </a:lnT>
                    <a:lnB cap="flat" cmpd="sng" w="9525">
                      <a:solidFill>
                        <a:srgbClr val="03A9F4"/>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1" lang="ko-KR" sz="1100" u="none" cap="none" strike="noStrike">
                          <a:solidFill>
                            <a:schemeClr val="lt1"/>
                          </a:solidFill>
                          <a:latin typeface="Malgun Gothic"/>
                          <a:ea typeface="Malgun Gothic"/>
                          <a:cs typeface="Malgun Gothic"/>
                          <a:sym typeface="Malgun Gothic"/>
                        </a:rPr>
                        <a:t>단원</a:t>
                      </a:r>
                      <a:endParaRPr sz="1400" u="none" cap="none" strike="noStrike"/>
                    </a:p>
                  </a:txBody>
                  <a:tcPr marT="45725" marB="45725" marR="0" marL="0" anchor="ctr">
                    <a:lnL cap="flat" cmpd="sng" w="9525">
                      <a:solidFill>
                        <a:srgbClr val="03A9F4"/>
                      </a:solidFill>
                      <a:prstDash val="solid"/>
                      <a:round/>
                      <a:headEnd len="sm" w="sm" type="none"/>
                      <a:tailEnd len="sm" w="sm" type="none"/>
                    </a:lnL>
                    <a:lnR cap="flat" cmpd="sng" w="9525">
                      <a:solidFill>
                        <a:srgbClr val="03A9F4"/>
                      </a:solidFill>
                      <a:prstDash val="solid"/>
                      <a:round/>
                      <a:headEnd len="sm" w="sm" type="none"/>
                      <a:tailEnd len="sm" w="sm" type="none"/>
                    </a:lnR>
                    <a:lnT cap="flat" cmpd="sng" w="19050">
                      <a:solidFill>
                        <a:srgbClr val="03A9F4"/>
                      </a:solidFill>
                      <a:prstDash val="solid"/>
                      <a:round/>
                      <a:headEnd len="sm" w="sm" type="none"/>
                      <a:tailEnd len="sm" w="sm" type="none"/>
                    </a:lnT>
                    <a:lnB cap="flat" cmpd="sng" w="9525">
                      <a:solidFill>
                        <a:srgbClr val="03A9F4"/>
                      </a:solidFill>
                      <a:prstDash val="solid"/>
                      <a:round/>
                      <a:headEnd len="sm" w="sm" type="none"/>
                      <a:tailEnd len="sm" w="sm" type="none"/>
                    </a:lnB>
                    <a:solidFill>
                      <a:srgbClr val="03A9F4"/>
                    </a:solidFill>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b="1" sz="1100" u="none" cap="none" strike="noStrike">
                        <a:solidFill>
                          <a:schemeClr val="dk1"/>
                        </a:solidFill>
                        <a:latin typeface="Malgun Gothic"/>
                        <a:ea typeface="Malgun Gothic"/>
                        <a:cs typeface="Malgun Gothic"/>
                        <a:sym typeface="Malgun Gothic"/>
                      </a:endParaRPr>
                    </a:p>
                  </a:txBody>
                  <a:tcPr marT="45725" marB="45725" marR="90000" marL="90000" anchor="ctr">
                    <a:lnL cap="flat" cmpd="sng" w="9525">
                      <a:solidFill>
                        <a:srgbClr val="03A9F4"/>
                      </a:solidFill>
                      <a:prstDash val="solid"/>
                      <a:round/>
                      <a:headEnd len="sm" w="sm" type="none"/>
                      <a:tailEnd len="sm" w="sm" type="none"/>
                    </a:lnL>
                    <a:lnR cap="flat" cmpd="sng" w="9525">
                      <a:solidFill>
                        <a:srgbClr val="03A9F4"/>
                      </a:solidFill>
                      <a:prstDash val="solid"/>
                      <a:round/>
                      <a:headEnd len="sm" w="sm" type="none"/>
                      <a:tailEnd len="sm" w="sm" type="none"/>
                    </a:lnR>
                    <a:lnT cap="flat" cmpd="sng" w="19050">
                      <a:solidFill>
                        <a:srgbClr val="03A9F4"/>
                      </a:solidFill>
                      <a:prstDash val="solid"/>
                      <a:round/>
                      <a:headEnd len="sm" w="sm" type="none"/>
                      <a:tailEnd len="sm" w="sm" type="none"/>
                    </a:lnT>
                    <a:lnB cap="flat" cmpd="sng" w="9525">
                      <a:solidFill>
                        <a:srgbClr val="03A9F4"/>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1" lang="ko-KR" sz="1100" u="none" cap="none" strike="noStrike">
                          <a:solidFill>
                            <a:schemeClr val="lt1"/>
                          </a:solidFill>
                          <a:latin typeface="Malgun Gothic"/>
                          <a:ea typeface="Malgun Gothic"/>
                          <a:cs typeface="Malgun Gothic"/>
                          <a:sym typeface="Malgun Gothic"/>
                        </a:rPr>
                        <a:t>차시</a:t>
                      </a:r>
                      <a:endParaRPr sz="1400" u="none" cap="none" strike="noStrike"/>
                    </a:p>
                  </a:txBody>
                  <a:tcPr marT="45725" marB="45725" marR="0" marL="0" anchor="ctr">
                    <a:lnL cap="flat" cmpd="sng" w="9525">
                      <a:solidFill>
                        <a:srgbClr val="03A9F4"/>
                      </a:solidFill>
                      <a:prstDash val="solid"/>
                      <a:round/>
                      <a:headEnd len="sm" w="sm" type="none"/>
                      <a:tailEnd len="sm" w="sm" type="none"/>
                    </a:lnL>
                    <a:lnR cap="flat" cmpd="sng" w="9525">
                      <a:solidFill>
                        <a:srgbClr val="03A9F4"/>
                      </a:solidFill>
                      <a:prstDash val="solid"/>
                      <a:round/>
                      <a:headEnd len="sm" w="sm" type="none"/>
                      <a:tailEnd len="sm" w="sm" type="none"/>
                    </a:lnR>
                    <a:lnT cap="flat" cmpd="sng" w="19050">
                      <a:solidFill>
                        <a:srgbClr val="03A9F4"/>
                      </a:solidFill>
                      <a:prstDash val="solid"/>
                      <a:round/>
                      <a:headEnd len="sm" w="sm" type="none"/>
                      <a:tailEnd len="sm" w="sm" type="none"/>
                    </a:lnT>
                    <a:lnB cap="flat" cmpd="sng" w="9525">
                      <a:solidFill>
                        <a:srgbClr val="03A9F4"/>
                      </a:solidFill>
                      <a:prstDash val="solid"/>
                      <a:round/>
                      <a:headEnd len="sm" w="sm" type="none"/>
                      <a:tailEnd len="sm" w="sm" type="none"/>
                    </a:lnB>
                    <a:solidFill>
                      <a:srgbClr val="03A9F4"/>
                    </a:solidFill>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b="1" sz="1100" u="none" cap="none" strike="noStrike">
                        <a:solidFill>
                          <a:schemeClr val="dk1"/>
                        </a:solidFill>
                        <a:latin typeface="Malgun Gothic"/>
                        <a:ea typeface="Malgun Gothic"/>
                        <a:cs typeface="Malgun Gothic"/>
                        <a:sym typeface="Malgun Gothic"/>
                      </a:endParaRPr>
                    </a:p>
                  </a:txBody>
                  <a:tcPr marT="45725" marB="45725" marR="90000" marL="90000" anchor="ctr">
                    <a:lnL cap="flat" cmpd="sng" w="9525">
                      <a:solidFill>
                        <a:srgbClr val="03A9F4"/>
                      </a:solidFill>
                      <a:prstDash val="solid"/>
                      <a:round/>
                      <a:headEnd len="sm" w="sm" type="none"/>
                      <a:tailEnd len="sm" w="sm" type="none"/>
                    </a:lnL>
                    <a:lnR cap="flat" cmpd="sng" w="9525">
                      <a:solidFill>
                        <a:srgbClr val="03A9F4"/>
                      </a:solidFill>
                      <a:prstDash val="solid"/>
                      <a:round/>
                      <a:headEnd len="sm" w="sm" type="none"/>
                      <a:tailEnd len="sm" w="sm" type="none"/>
                    </a:lnR>
                    <a:lnT cap="flat" cmpd="sng" w="19050">
                      <a:solidFill>
                        <a:srgbClr val="03A9F4"/>
                      </a:solidFill>
                      <a:prstDash val="solid"/>
                      <a:round/>
                      <a:headEnd len="sm" w="sm" type="none"/>
                      <a:tailEnd len="sm" w="sm" type="none"/>
                    </a:lnT>
                    <a:lnB cap="flat" cmpd="sng" w="9525">
                      <a:solidFill>
                        <a:srgbClr val="03A9F4"/>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1" lang="ko-KR" sz="1100" u="none" cap="none" strike="noStrike">
                          <a:solidFill>
                            <a:schemeClr val="lt1"/>
                          </a:solidFill>
                          <a:latin typeface="Malgun Gothic"/>
                          <a:ea typeface="Malgun Gothic"/>
                          <a:cs typeface="Malgun Gothic"/>
                          <a:sym typeface="Malgun Gothic"/>
                        </a:rPr>
                        <a:t>대상</a:t>
                      </a:r>
                      <a:endParaRPr sz="1400" u="none" cap="none" strike="noStrike"/>
                    </a:p>
                  </a:txBody>
                  <a:tcPr marT="45725" marB="45725" marR="0" marL="0" anchor="ctr">
                    <a:lnL cap="flat" cmpd="sng" w="9525">
                      <a:solidFill>
                        <a:srgbClr val="03A9F4"/>
                      </a:solidFill>
                      <a:prstDash val="solid"/>
                      <a:round/>
                      <a:headEnd len="sm" w="sm" type="none"/>
                      <a:tailEnd len="sm" w="sm" type="none"/>
                    </a:lnL>
                    <a:lnR cap="flat" cmpd="sng" w="9525">
                      <a:solidFill>
                        <a:srgbClr val="03A9F4"/>
                      </a:solidFill>
                      <a:prstDash val="solid"/>
                      <a:round/>
                      <a:headEnd len="sm" w="sm" type="none"/>
                      <a:tailEnd len="sm" w="sm" type="none"/>
                    </a:lnR>
                    <a:lnT cap="flat" cmpd="sng" w="19050">
                      <a:solidFill>
                        <a:srgbClr val="03A9F4"/>
                      </a:solidFill>
                      <a:prstDash val="solid"/>
                      <a:round/>
                      <a:headEnd len="sm" w="sm" type="none"/>
                      <a:tailEnd len="sm" w="sm" type="none"/>
                    </a:lnT>
                    <a:lnB cap="flat" cmpd="sng" w="9525">
                      <a:solidFill>
                        <a:schemeClr val="lt1"/>
                      </a:solidFill>
                      <a:prstDash val="solid"/>
                      <a:round/>
                      <a:headEnd len="sm" w="sm" type="none"/>
                      <a:tailEnd len="sm" w="sm" type="none"/>
                    </a:lnB>
                    <a:solidFill>
                      <a:srgbClr val="03A9F4"/>
                    </a:solidFill>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b="1" sz="1100" u="none" cap="none" strike="noStrike">
                        <a:solidFill>
                          <a:schemeClr val="dk1"/>
                        </a:solidFill>
                        <a:latin typeface="Malgun Gothic"/>
                        <a:ea typeface="Malgun Gothic"/>
                        <a:cs typeface="Malgun Gothic"/>
                        <a:sym typeface="Malgun Gothic"/>
                      </a:endParaRPr>
                    </a:p>
                  </a:txBody>
                  <a:tcPr marT="45725" marB="45725" marR="90000" marL="90000" anchor="ctr">
                    <a:lnL cap="flat" cmpd="sng" w="9525">
                      <a:solidFill>
                        <a:srgbClr val="03A9F4"/>
                      </a:solidFill>
                      <a:prstDash val="solid"/>
                      <a:round/>
                      <a:headEnd len="sm" w="sm" type="none"/>
                      <a:tailEnd len="sm" w="sm" type="none"/>
                    </a:lnL>
                    <a:lnR cap="flat" cmpd="sng" w="9525">
                      <a:solidFill>
                        <a:srgbClr val="03A9F4"/>
                      </a:solidFill>
                      <a:prstDash val="solid"/>
                      <a:round/>
                      <a:headEnd len="sm" w="sm" type="none"/>
                      <a:tailEnd len="sm" w="sm" type="none"/>
                    </a:lnR>
                    <a:lnT cap="flat" cmpd="sng" w="19050">
                      <a:solidFill>
                        <a:srgbClr val="03A9F4"/>
                      </a:solidFill>
                      <a:prstDash val="solid"/>
                      <a:round/>
                      <a:headEnd len="sm" w="sm" type="none"/>
                      <a:tailEnd len="sm" w="sm" type="none"/>
                    </a:lnT>
                    <a:lnB cap="flat" cmpd="sng" w="9525">
                      <a:solidFill>
                        <a:srgbClr val="03A9F4"/>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1" lang="ko-KR" sz="1100" u="none" cap="none" strike="noStrike">
                          <a:solidFill>
                            <a:schemeClr val="lt1"/>
                          </a:solidFill>
                          <a:latin typeface="Malgun Gothic"/>
                          <a:ea typeface="Malgun Gothic"/>
                          <a:cs typeface="Malgun Gothic"/>
                          <a:sym typeface="Malgun Gothic"/>
                        </a:rPr>
                        <a:t>지도교사</a:t>
                      </a:r>
                      <a:endParaRPr sz="1400" u="none" cap="none" strike="noStrike"/>
                    </a:p>
                  </a:txBody>
                  <a:tcPr marT="45725" marB="45725" marR="0" marL="0" anchor="ctr">
                    <a:lnL cap="flat" cmpd="sng" w="9525">
                      <a:solidFill>
                        <a:srgbClr val="03A9F4"/>
                      </a:solidFill>
                      <a:prstDash val="solid"/>
                      <a:round/>
                      <a:headEnd len="sm" w="sm" type="none"/>
                      <a:tailEnd len="sm" w="sm" type="none"/>
                    </a:lnL>
                    <a:lnR cap="flat" cmpd="sng" w="9525">
                      <a:solidFill>
                        <a:srgbClr val="03A9F4"/>
                      </a:solidFill>
                      <a:prstDash val="solid"/>
                      <a:round/>
                      <a:headEnd len="sm" w="sm" type="none"/>
                      <a:tailEnd len="sm" w="sm" type="none"/>
                    </a:lnR>
                    <a:lnT cap="flat" cmpd="sng" w="19050">
                      <a:solidFill>
                        <a:srgbClr val="03A9F4"/>
                      </a:solidFill>
                      <a:prstDash val="solid"/>
                      <a:round/>
                      <a:headEnd len="sm" w="sm" type="none"/>
                      <a:tailEnd len="sm" w="sm" type="none"/>
                    </a:lnT>
                    <a:lnB cap="flat" cmpd="sng" w="9525">
                      <a:solidFill>
                        <a:srgbClr val="03A9F4"/>
                      </a:solidFill>
                      <a:prstDash val="solid"/>
                      <a:round/>
                      <a:headEnd len="sm" w="sm" type="none"/>
                      <a:tailEnd len="sm" w="sm" type="none"/>
                    </a:lnB>
                    <a:solidFill>
                      <a:srgbClr val="03A9F4"/>
                    </a:solidFill>
                  </a:tcPr>
                </a:tc>
                <a:tc>
                  <a:txBody>
                    <a:bodyPr/>
                    <a:lstStyle/>
                    <a:p>
                      <a:pPr indent="0" lvl="0" marL="0" marR="0" rtl="0" algn="ctr">
                        <a:lnSpc>
                          <a:spcPct val="100000"/>
                        </a:lnSpc>
                        <a:spcBef>
                          <a:spcPts val="0"/>
                        </a:spcBef>
                        <a:spcAft>
                          <a:spcPts val="0"/>
                        </a:spcAft>
                        <a:buClr>
                          <a:srgbClr val="000000"/>
                        </a:buClr>
                        <a:buSzPts val="1100"/>
                        <a:buFont typeface="Arial"/>
                        <a:buNone/>
                      </a:pPr>
                      <a:r>
                        <a:t/>
                      </a:r>
                      <a:endParaRPr b="1" sz="1100" u="none" cap="none" strike="noStrike">
                        <a:latin typeface="Malgun Gothic"/>
                        <a:ea typeface="Malgun Gothic"/>
                        <a:cs typeface="Malgun Gothic"/>
                        <a:sym typeface="Malgun Gothic"/>
                      </a:endParaRPr>
                    </a:p>
                  </a:txBody>
                  <a:tcPr marT="45725" marB="45725" marR="90000" marL="90000" anchor="ctr">
                    <a:lnL cap="flat" cmpd="sng" w="9525">
                      <a:solidFill>
                        <a:srgbClr val="03A9F4"/>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9050">
                      <a:solidFill>
                        <a:srgbClr val="03A9F4"/>
                      </a:solidFill>
                      <a:prstDash val="solid"/>
                      <a:round/>
                      <a:headEnd len="sm" w="sm" type="none"/>
                      <a:tailEnd len="sm" w="sm" type="none"/>
                    </a:lnT>
                    <a:lnB cap="flat" cmpd="sng" w="9525">
                      <a:solidFill>
                        <a:srgbClr val="03A9F4"/>
                      </a:solidFill>
                      <a:prstDash val="solid"/>
                      <a:round/>
                      <a:headEnd len="sm" w="sm" type="none"/>
                      <a:tailEnd len="sm" w="sm" type="none"/>
                    </a:lnB>
                    <a:solidFill>
                      <a:schemeClr val="lt1"/>
                    </a:solidFill>
                  </a:tcPr>
                </a:tc>
              </a:tr>
              <a:tr h="314050">
                <a:tc>
                  <a:txBody>
                    <a:bodyPr/>
                    <a:lstStyle/>
                    <a:p>
                      <a:pPr indent="0" lvl="0" marL="0" marR="0" rtl="0" algn="ctr">
                        <a:lnSpc>
                          <a:spcPct val="100000"/>
                        </a:lnSpc>
                        <a:spcBef>
                          <a:spcPts val="0"/>
                        </a:spcBef>
                        <a:spcAft>
                          <a:spcPts val="0"/>
                        </a:spcAft>
                        <a:buClr>
                          <a:srgbClr val="000000"/>
                        </a:buClr>
                        <a:buSzPts val="1100"/>
                        <a:buFont typeface="Arial"/>
                        <a:buNone/>
                      </a:pPr>
                      <a:r>
                        <a:rPr b="1" lang="ko-KR" sz="1100" u="none" cap="none" strike="noStrike">
                          <a:solidFill>
                            <a:schemeClr val="lt1"/>
                          </a:solidFill>
                          <a:latin typeface="Malgun Gothic"/>
                          <a:ea typeface="Malgun Gothic"/>
                          <a:cs typeface="Malgun Gothic"/>
                          <a:sym typeface="Malgun Gothic"/>
                        </a:rPr>
                        <a:t>수업 주제</a:t>
                      </a:r>
                      <a:endParaRPr sz="1400" u="none" cap="none" strike="noStrike"/>
                    </a:p>
                  </a:txBody>
                  <a:tcPr marT="45725" marB="45725" marR="0" marL="0" anchor="ctr">
                    <a:lnL cap="flat" cmpd="sng" w="9525">
                      <a:solidFill>
                        <a:srgbClr val="000000">
                          <a:alpha val="0"/>
                        </a:srgbClr>
                      </a:solidFill>
                      <a:prstDash val="solid"/>
                      <a:round/>
                      <a:headEnd len="sm" w="sm" type="none"/>
                      <a:tailEnd len="sm" w="sm" type="none"/>
                    </a:lnL>
                    <a:lnR cap="flat" cmpd="sng" w="9525">
                      <a:solidFill>
                        <a:srgbClr val="03A9F4"/>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03A9F4"/>
                    </a:solidFill>
                  </a:tcPr>
                </a:tc>
                <a:tc gridSpan="5">
                  <a:txBody>
                    <a:bodyPr/>
                    <a:lstStyle/>
                    <a:p>
                      <a:pPr indent="0" lvl="0" marL="0" marR="0" rtl="0" algn="l">
                        <a:lnSpc>
                          <a:spcPct val="100000"/>
                        </a:lnSpc>
                        <a:spcBef>
                          <a:spcPts val="0"/>
                        </a:spcBef>
                        <a:spcAft>
                          <a:spcPts val="0"/>
                        </a:spcAft>
                        <a:buClr>
                          <a:schemeClr val="dk1"/>
                        </a:buClr>
                        <a:buSzPts val="1100"/>
                        <a:buFont typeface="Calibri"/>
                        <a:buNone/>
                      </a:pPr>
                      <a:r>
                        <a:t/>
                      </a:r>
                      <a:endParaRPr b="1" sz="1100" u="none" cap="none" strike="noStrike">
                        <a:solidFill>
                          <a:schemeClr val="dk1"/>
                        </a:solidFill>
                        <a:latin typeface="Malgun Gothic"/>
                        <a:ea typeface="Malgun Gothic"/>
                        <a:cs typeface="Malgun Gothic"/>
                        <a:sym typeface="Malgun Gothic"/>
                      </a:endParaRPr>
                    </a:p>
                  </a:txBody>
                  <a:tcPr marT="45725" marB="45725" marR="90000" marL="90000" anchor="ctr">
                    <a:lnL cap="flat" cmpd="sng" w="9525">
                      <a:solidFill>
                        <a:srgbClr val="03A9F4"/>
                      </a:solidFill>
                      <a:prstDash val="solid"/>
                      <a:round/>
                      <a:headEnd len="sm" w="sm" type="none"/>
                      <a:tailEnd len="sm" w="sm" type="none"/>
                    </a:lnL>
                    <a:lnR cap="flat" cmpd="sng" w="9525">
                      <a:solidFill>
                        <a:srgbClr val="03A9F4"/>
                      </a:solidFill>
                      <a:prstDash val="solid"/>
                      <a:round/>
                      <a:headEnd len="sm" w="sm" type="none"/>
                      <a:tailEnd len="sm" w="sm" type="none"/>
                    </a:lnR>
                    <a:lnT cap="flat" cmpd="sng" w="9525">
                      <a:solidFill>
                        <a:srgbClr val="03A9F4"/>
                      </a:solidFill>
                      <a:prstDash val="solid"/>
                      <a:round/>
                      <a:headEnd len="sm" w="sm" type="none"/>
                      <a:tailEnd len="sm" w="sm" type="none"/>
                    </a:lnT>
                    <a:lnB cap="flat" cmpd="sng" w="9525">
                      <a:solidFill>
                        <a:srgbClr val="03A9F4"/>
                      </a:solidFill>
                      <a:prstDash val="solid"/>
                      <a:round/>
                      <a:headEnd len="sm" w="sm" type="none"/>
                      <a:tailEnd len="sm" w="sm" type="none"/>
                    </a:lnB>
                    <a:solidFill>
                      <a:schemeClr val="lt1"/>
                    </a:solidFill>
                  </a:tcPr>
                </a:tc>
                <a:tc hMerge="1"/>
                <a:tc hMerge="1"/>
                <a:tc hMerge="1"/>
                <a:tc hMerge="1"/>
                <a:tc>
                  <a:txBody>
                    <a:bodyPr/>
                    <a:lstStyle/>
                    <a:p>
                      <a:pPr indent="0" lvl="0" marL="0" marR="0" rtl="0" algn="ctr">
                        <a:lnSpc>
                          <a:spcPct val="100000"/>
                        </a:lnSpc>
                        <a:spcBef>
                          <a:spcPts val="0"/>
                        </a:spcBef>
                        <a:spcAft>
                          <a:spcPts val="0"/>
                        </a:spcAft>
                        <a:buClr>
                          <a:srgbClr val="000000"/>
                        </a:buClr>
                        <a:buSzPts val="1100"/>
                        <a:buFont typeface="Arial"/>
                        <a:buNone/>
                      </a:pPr>
                      <a:r>
                        <a:rPr b="1" lang="ko-KR" sz="1100" u="none" cap="none" strike="noStrike">
                          <a:solidFill>
                            <a:schemeClr val="lt1"/>
                          </a:solidFill>
                          <a:latin typeface="Malgun Gothic"/>
                          <a:ea typeface="Malgun Gothic"/>
                          <a:cs typeface="Malgun Gothic"/>
                          <a:sym typeface="Malgun Gothic"/>
                        </a:rPr>
                        <a:t>성취기준</a:t>
                      </a:r>
                      <a:endParaRPr sz="1400" u="none" cap="none" strike="noStrike"/>
                    </a:p>
                  </a:txBody>
                  <a:tcPr marT="45725" marB="45725" marR="0" marL="0" anchor="ctr">
                    <a:lnL cap="flat" cmpd="sng" w="9525">
                      <a:solidFill>
                        <a:srgbClr val="03A9F4"/>
                      </a:solidFill>
                      <a:prstDash val="solid"/>
                      <a:round/>
                      <a:headEnd len="sm" w="sm" type="none"/>
                      <a:tailEnd len="sm" w="sm" type="none"/>
                    </a:lnL>
                    <a:lnR cap="flat" cmpd="sng" w="9525">
                      <a:solidFill>
                        <a:srgbClr val="03A9F4"/>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03A9F4"/>
                    </a:solidFill>
                  </a:tcPr>
                </a:tc>
                <a:tc gridSpan="3">
                  <a:txBody>
                    <a:bodyPr/>
                    <a:lstStyle/>
                    <a:p>
                      <a:pPr indent="0" lvl="0" marL="0" marR="0" rtl="0" algn="l">
                        <a:lnSpc>
                          <a:spcPct val="100000"/>
                        </a:lnSpc>
                        <a:spcBef>
                          <a:spcPts val="0"/>
                        </a:spcBef>
                        <a:spcAft>
                          <a:spcPts val="0"/>
                        </a:spcAft>
                        <a:buClr>
                          <a:schemeClr val="dk1"/>
                        </a:buClr>
                        <a:buSzPts val="1100"/>
                        <a:buFont typeface="Calibri"/>
                        <a:buNone/>
                      </a:pPr>
                      <a:r>
                        <a:t/>
                      </a:r>
                      <a:endParaRPr b="1" sz="1100" u="none" cap="none" strike="noStrike">
                        <a:solidFill>
                          <a:schemeClr val="dk1"/>
                        </a:solidFill>
                        <a:latin typeface="Malgun Gothic"/>
                        <a:ea typeface="Malgun Gothic"/>
                        <a:cs typeface="Malgun Gothic"/>
                        <a:sym typeface="Malgun Gothic"/>
                      </a:endParaRPr>
                    </a:p>
                  </a:txBody>
                  <a:tcPr marT="45725" marB="45725" marR="90000" marL="90000" anchor="ctr">
                    <a:lnL cap="flat" cmpd="sng" w="9525">
                      <a:solidFill>
                        <a:srgbClr val="03A9F4"/>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3A9F4"/>
                      </a:solidFill>
                      <a:prstDash val="solid"/>
                      <a:round/>
                      <a:headEnd len="sm" w="sm" type="none"/>
                      <a:tailEnd len="sm" w="sm" type="none"/>
                    </a:lnT>
                    <a:lnB cap="flat" cmpd="sng" w="9525">
                      <a:solidFill>
                        <a:srgbClr val="03A9F4"/>
                      </a:solidFill>
                      <a:prstDash val="solid"/>
                      <a:round/>
                      <a:headEnd len="sm" w="sm" type="none"/>
                      <a:tailEnd len="sm" w="sm" type="none"/>
                    </a:lnB>
                    <a:solidFill>
                      <a:schemeClr val="lt1"/>
                    </a:solidFill>
                  </a:tcPr>
                </a:tc>
                <a:tc hMerge="1"/>
                <a:tc hMerge="1"/>
              </a:tr>
              <a:tr h="314050">
                <a:tc>
                  <a:txBody>
                    <a:bodyPr/>
                    <a:lstStyle/>
                    <a:p>
                      <a:pPr indent="0" lvl="0" marL="0" marR="0" rtl="0" algn="ctr">
                        <a:lnSpc>
                          <a:spcPct val="100000"/>
                        </a:lnSpc>
                        <a:spcBef>
                          <a:spcPts val="0"/>
                        </a:spcBef>
                        <a:spcAft>
                          <a:spcPts val="0"/>
                        </a:spcAft>
                        <a:buClr>
                          <a:schemeClr val="lt1"/>
                        </a:buClr>
                        <a:buSzPts val="1100"/>
                        <a:buFont typeface="Malgun Gothic"/>
                        <a:buNone/>
                      </a:pPr>
                      <a:r>
                        <a:rPr b="1" lang="ko-KR" sz="1100" u="none" cap="none" strike="noStrike">
                          <a:solidFill>
                            <a:schemeClr val="lt1"/>
                          </a:solidFill>
                          <a:latin typeface="Malgun Gothic"/>
                          <a:ea typeface="Malgun Gothic"/>
                          <a:cs typeface="Malgun Gothic"/>
                          <a:sym typeface="Malgun Gothic"/>
                        </a:rPr>
                        <a:t>탐구 질문</a:t>
                      </a:r>
                      <a:endParaRPr b="1" sz="1100" u="none" cap="none" strike="noStrike">
                        <a:solidFill>
                          <a:schemeClr val="lt1"/>
                        </a:solidFill>
                        <a:latin typeface="Malgun Gothic"/>
                        <a:ea typeface="Malgun Gothic"/>
                        <a:cs typeface="Malgun Gothic"/>
                        <a:sym typeface="Malgun Gothic"/>
                      </a:endParaRPr>
                    </a:p>
                  </a:txBody>
                  <a:tcPr marT="45725" marB="45725" marR="0" marL="0" anchor="ctr">
                    <a:lnL cap="flat" cmpd="sng" w="9525">
                      <a:solidFill>
                        <a:srgbClr val="000000">
                          <a:alpha val="0"/>
                        </a:srgbClr>
                      </a:solidFill>
                      <a:prstDash val="solid"/>
                      <a:round/>
                      <a:headEnd len="sm" w="sm" type="none"/>
                      <a:tailEnd len="sm" w="sm" type="none"/>
                    </a:lnL>
                    <a:lnR cap="flat" cmpd="sng" w="9525">
                      <a:solidFill>
                        <a:srgbClr val="03A9F4"/>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03A9F4"/>
                    </a:solidFill>
                  </a:tcPr>
                </a:tc>
                <a:tc gridSpan="5">
                  <a:txBody>
                    <a:bodyPr/>
                    <a:lstStyle/>
                    <a:p>
                      <a:pPr indent="0" lvl="0" marL="0" marR="0" rtl="0" algn="l">
                        <a:lnSpc>
                          <a:spcPct val="100000"/>
                        </a:lnSpc>
                        <a:spcBef>
                          <a:spcPts val="0"/>
                        </a:spcBef>
                        <a:spcAft>
                          <a:spcPts val="0"/>
                        </a:spcAft>
                        <a:buClr>
                          <a:schemeClr val="dk1"/>
                        </a:buClr>
                        <a:buSzPts val="1100"/>
                        <a:buFont typeface="Calibri"/>
                        <a:buNone/>
                      </a:pPr>
                      <a:r>
                        <a:t/>
                      </a:r>
                      <a:endParaRPr b="1" sz="1100" u="none" cap="none" strike="noStrike">
                        <a:solidFill>
                          <a:schemeClr val="dk1"/>
                        </a:solidFill>
                        <a:latin typeface="Malgun Gothic"/>
                        <a:ea typeface="Malgun Gothic"/>
                        <a:cs typeface="Malgun Gothic"/>
                        <a:sym typeface="Malgun Gothic"/>
                      </a:endParaRPr>
                    </a:p>
                  </a:txBody>
                  <a:tcPr marT="45725" marB="45725" marR="90000" marL="90000" anchor="ctr">
                    <a:lnL cap="flat" cmpd="sng" w="9525">
                      <a:solidFill>
                        <a:srgbClr val="03A9F4"/>
                      </a:solidFill>
                      <a:prstDash val="solid"/>
                      <a:round/>
                      <a:headEnd len="sm" w="sm" type="none"/>
                      <a:tailEnd len="sm" w="sm" type="none"/>
                    </a:lnL>
                    <a:lnR cap="flat" cmpd="sng" w="9525">
                      <a:solidFill>
                        <a:srgbClr val="03A9F4"/>
                      </a:solidFill>
                      <a:prstDash val="solid"/>
                      <a:round/>
                      <a:headEnd len="sm" w="sm" type="none"/>
                      <a:tailEnd len="sm" w="sm" type="none"/>
                    </a:lnR>
                    <a:lnT cap="flat" cmpd="sng" w="9525">
                      <a:solidFill>
                        <a:srgbClr val="03A9F4"/>
                      </a:solidFill>
                      <a:prstDash val="solid"/>
                      <a:round/>
                      <a:headEnd len="sm" w="sm" type="none"/>
                      <a:tailEnd len="sm" w="sm" type="none"/>
                    </a:lnT>
                    <a:lnB cap="flat" cmpd="sng" w="9525">
                      <a:solidFill>
                        <a:srgbClr val="03A9F4"/>
                      </a:solidFill>
                      <a:prstDash val="solid"/>
                      <a:round/>
                      <a:headEnd len="sm" w="sm" type="none"/>
                      <a:tailEnd len="sm" w="sm" type="none"/>
                    </a:lnB>
                    <a:solidFill>
                      <a:schemeClr val="lt1"/>
                    </a:solidFill>
                  </a:tcPr>
                </a:tc>
                <a:tc hMerge="1"/>
                <a:tc hMerge="1"/>
                <a:tc hMerge="1"/>
                <a:tc hMerge="1"/>
                <a:tc>
                  <a:txBody>
                    <a:bodyPr/>
                    <a:lstStyle/>
                    <a:p>
                      <a:pPr indent="0" lvl="0" marL="0" marR="0" rtl="0" algn="ctr">
                        <a:lnSpc>
                          <a:spcPct val="100000"/>
                        </a:lnSpc>
                        <a:spcBef>
                          <a:spcPts val="0"/>
                        </a:spcBef>
                        <a:spcAft>
                          <a:spcPts val="0"/>
                        </a:spcAft>
                        <a:buClr>
                          <a:srgbClr val="000000"/>
                        </a:buClr>
                        <a:buSzPts val="1100"/>
                        <a:buFont typeface="Arial"/>
                        <a:buNone/>
                      </a:pPr>
                      <a:r>
                        <a:rPr b="1" lang="ko-KR" sz="1100" u="none" cap="none" strike="noStrike">
                          <a:solidFill>
                            <a:schemeClr val="lt1"/>
                          </a:solidFill>
                          <a:latin typeface="Malgun Gothic"/>
                          <a:ea typeface="Malgun Gothic"/>
                          <a:cs typeface="Malgun Gothic"/>
                          <a:sym typeface="Malgun Gothic"/>
                        </a:rPr>
                        <a:t>AI</a:t>
                      </a:r>
                      <a:r>
                        <a:rPr b="1" lang="ko-KR" sz="1100" u="none" cap="none" strike="noStrike">
                          <a:solidFill>
                            <a:schemeClr val="lt1"/>
                          </a:solidFill>
                        </a:rPr>
                        <a:t>·</a:t>
                      </a:r>
                      <a:r>
                        <a:rPr b="1" lang="ko-KR" sz="1100" u="none" cap="none" strike="noStrike">
                          <a:solidFill>
                            <a:schemeClr val="lt1"/>
                          </a:solidFill>
                          <a:latin typeface="Malgun Gothic"/>
                          <a:ea typeface="Malgun Gothic"/>
                          <a:cs typeface="Malgun Gothic"/>
                          <a:sym typeface="Malgun Gothic"/>
                        </a:rPr>
                        <a:t>디지털 도구</a:t>
                      </a:r>
                      <a:endParaRPr sz="1400" u="none" cap="none" strike="noStrike"/>
                    </a:p>
                  </a:txBody>
                  <a:tcPr marT="45725" marB="45725" marR="0" marL="0" anchor="ctr">
                    <a:lnL cap="flat" cmpd="sng" w="9525">
                      <a:solidFill>
                        <a:srgbClr val="03A9F4"/>
                      </a:solidFill>
                      <a:prstDash val="solid"/>
                      <a:round/>
                      <a:headEnd len="sm" w="sm" type="none"/>
                      <a:tailEnd len="sm" w="sm" type="none"/>
                    </a:lnL>
                    <a:lnR cap="flat" cmpd="sng" w="9525">
                      <a:solidFill>
                        <a:srgbClr val="03A9F4"/>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03A9F4"/>
                    </a:solidFill>
                  </a:tcPr>
                </a:tc>
                <a:tc gridSpan="3">
                  <a:txBody>
                    <a:bodyPr/>
                    <a:lstStyle/>
                    <a:p>
                      <a:pPr indent="0" lvl="0" marL="0" marR="0" rtl="0" algn="l">
                        <a:lnSpc>
                          <a:spcPct val="100000"/>
                        </a:lnSpc>
                        <a:spcBef>
                          <a:spcPts val="0"/>
                        </a:spcBef>
                        <a:spcAft>
                          <a:spcPts val="0"/>
                        </a:spcAft>
                        <a:buClr>
                          <a:schemeClr val="dk1"/>
                        </a:buClr>
                        <a:buSzPts val="1100"/>
                        <a:buFont typeface="Calibri"/>
                        <a:buNone/>
                      </a:pPr>
                      <a:r>
                        <a:t/>
                      </a:r>
                      <a:endParaRPr b="1" sz="1100" u="none" cap="none" strike="noStrike">
                        <a:solidFill>
                          <a:schemeClr val="dk1"/>
                        </a:solidFill>
                        <a:latin typeface="Malgun Gothic"/>
                        <a:ea typeface="Malgun Gothic"/>
                        <a:cs typeface="Malgun Gothic"/>
                        <a:sym typeface="Malgun Gothic"/>
                      </a:endParaRPr>
                    </a:p>
                  </a:txBody>
                  <a:tcPr marT="45725" marB="45725" marR="90000" marL="90000" anchor="ctr">
                    <a:lnL cap="flat" cmpd="sng" w="9525">
                      <a:solidFill>
                        <a:srgbClr val="03A9F4"/>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3A9F4"/>
                      </a:solidFill>
                      <a:prstDash val="solid"/>
                      <a:round/>
                      <a:headEnd len="sm" w="sm" type="none"/>
                      <a:tailEnd len="sm" w="sm" type="none"/>
                    </a:lnT>
                    <a:lnB cap="flat" cmpd="sng" w="9525">
                      <a:solidFill>
                        <a:srgbClr val="03A9F4"/>
                      </a:solidFill>
                      <a:prstDash val="solid"/>
                      <a:round/>
                      <a:headEnd len="sm" w="sm" type="none"/>
                      <a:tailEnd len="sm" w="sm" type="none"/>
                    </a:lnB>
                    <a:solidFill>
                      <a:schemeClr val="lt1"/>
                    </a:solidFill>
                  </a:tcPr>
                </a:tc>
                <a:tc hMerge="1"/>
                <a:tc hMerge="1"/>
              </a:tr>
              <a:tr h="314050">
                <a:tc>
                  <a:txBody>
                    <a:bodyPr/>
                    <a:lstStyle/>
                    <a:p>
                      <a:pPr indent="0" lvl="0" marL="0" marR="0" rtl="0" algn="ctr">
                        <a:lnSpc>
                          <a:spcPct val="100000"/>
                        </a:lnSpc>
                        <a:spcBef>
                          <a:spcPts val="0"/>
                        </a:spcBef>
                        <a:spcAft>
                          <a:spcPts val="0"/>
                        </a:spcAft>
                        <a:buClr>
                          <a:schemeClr val="lt1"/>
                        </a:buClr>
                        <a:buSzPts val="1100"/>
                        <a:buFont typeface="Malgun Gothic"/>
                        <a:buNone/>
                      </a:pPr>
                      <a:r>
                        <a:rPr b="1" lang="ko-KR" sz="1100" u="none" cap="none" strike="noStrike">
                          <a:solidFill>
                            <a:schemeClr val="lt1"/>
                          </a:solidFill>
                          <a:latin typeface="Malgun Gothic"/>
                          <a:ea typeface="Malgun Gothic"/>
                          <a:cs typeface="Malgun Gothic"/>
                          <a:sym typeface="Malgun Gothic"/>
                        </a:rPr>
                        <a:t>수업 의도</a:t>
                      </a:r>
                      <a:endParaRPr b="1" sz="1100" u="none" cap="none" strike="noStrike">
                        <a:solidFill>
                          <a:schemeClr val="lt1"/>
                        </a:solidFill>
                        <a:latin typeface="Malgun Gothic"/>
                        <a:ea typeface="Malgun Gothic"/>
                        <a:cs typeface="Malgun Gothic"/>
                        <a:sym typeface="Malgun Gothic"/>
                      </a:endParaRPr>
                    </a:p>
                  </a:txBody>
                  <a:tcPr marT="45725" marB="45725" marR="0" marL="0" anchor="ctr">
                    <a:lnL cap="flat" cmpd="sng" w="9525">
                      <a:solidFill>
                        <a:srgbClr val="000000">
                          <a:alpha val="0"/>
                        </a:srgbClr>
                      </a:solidFill>
                      <a:prstDash val="solid"/>
                      <a:round/>
                      <a:headEnd len="sm" w="sm" type="none"/>
                      <a:tailEnd len="sm" w="sm" type="none"/>
                    </a:lnL>
                    <a:lnR cap="flat" cmpd="sng" w="9525">
                      <a:solidFill>
                        <a:srgbClr val="03A9F4"/>
                      </a:solidFill>
                      <a:prstDash val="solid"/>
                      <a:round/>
                      <a:headEnd len="sm" w="sm" type="none"/>
                      <a:tailEnd len="sm" w="sm" type="none"/>
                    </a:lnR>
                    <a:lnT cap="flat" cmpd="sng" w="9525">
                      <a:solidFill>
                        <a:schemeClr val="lt1"/>
                      </a:solidFill>
                      <a:prstDash val="solid"/>
                      <a:round/>
                      <a:headEnd len="sm" w="sm" type="none"/>
                      <a:tailEnd len="sm" w="sm" type="none"/>
                    </a:lnT>
                    <a:lnB cap="flat" cmpd="sng" w="19050">
                      <a:solidFill>
                        <a:srgbClr val="03A9F4"/>
                      </a:solidFill>
                      <a:prstDash val="solid"/>
                      <a:round/>
                      <a:headEnd len="sm" w="sm" type="none"/>
                      <a:tailEnd len="sm" w="sm" type="none"/>
                    </a:lnB>
                    <a:solidFill>
                      <a:srgbClr val="03A9F4"/>
                    </a:solidFill>
                  </a:tcPr>
                </a:tc>
                <a:tc gridSpan="5">
                  <a:txBody>
                    <a:bodyPr/>
                    <a:lstStyle/>
                    <a:p>
                      <a:pPr indent="0" lvl="0" marL="0" marR="0" rtl="0" algn="l">
                        <a:lnSpc>
                          <a:spcPct val="100000"/>
                        </a:lnSpc>
                        <a:spcBef>
                          <a:spcPts val="0"/>
                        </a:spcBef>
                        <a:spcAft>
                          <a:spcPts val="0"/>
                        </a:spcAft>
                        <a:buClr>
                          <a:srgbClr val="000000"/>
                        </a:buClr>
                        <a:buSzPts val="1100"/>
                        <a:buFont typeface="Arial"/>
                        <a:buNone/>
                      </a:pPr>
                      <a:r>
                        <a:t/>
                      </a:r>
                      <a:endParaRPr b="1" sz="1100" u="none" cap="none" strike="noStrike">
                        <a:solidFill>
                          <a:schemeClr val="dk1"/>
                        </a:solidFill>
                        <a:latin typeface="Malgun Gothic"/>
                        <a:ea typeface="Malgun Gothic"/>
                        <a:cs typeface="Malgun Gothic"/>
                        <a:sym typeface="Malgun Gothic"/>
                      </a:endParaRPr>
                    </a:p>
                  </a:txBody>
                  <a:tcPr marT="45725" marB="45725" marR="90000" marL="90000" anchor="ctr">
                    <a:lnL cap="flat" cmpd="sng" w="9525">
                      <a:solidFill>
                        <a:srgbClr val="03A9F4"/>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3A9F4"/>
                      </a:solidFill>
                      <a:prstDash val="solid"/>
                      <a:round/>
                      <a:headEnd len="sm" w="sm" type="none"/>
                      <a:tailEnd len="sm" w="sm" type="none"/>
                    </a:lnT>
                    <a:lnB cap="flat" cmpd="sng" w="19050">
                      <a:solidFill>
                        <a:srgbClr val="03A9F4"/>
                      </a:solidFill>
                      <a:prstDash val="solid"/>
                      <a:round/>
                      <a:headEnd len="sm" w="sm" type="none"/>
                      <a:tailEnd len="sm" w="sm" type="none"/>
                    </a:lnB>
                    <a:solidFill>
                      <a:schemeClr val="lt1"/>
                    </a:solidFill>
                  </a:tcPr>
                </a:tc>
                <a:tc hMerge="1"/>
                <a:tc hMerge="1"/>
                <a:tc hMerge="1"/>
                <a:tc hMerge="1"/>
                <a:tc>
                  <a:txBody>
                    <a:bodyPr/>
                    <a:lstStyle/>
                    <a:p>
                      <a:pPr indent="0" lvl="0" marL="0" marR="0" rtl="0" algn="l">
                        <a:lnSpc>
                          <a:spcPct val="100000"/>
                        </a:lnSpc>
                        <a:spcBef>
                          <a:spcPts val="0"/>
                        </a:spcBef>
                        <a:spcAft>
                          <a:spcPts val="0"/>
                        </a:spcAft>
                        <a:buClr>
                          <a:srgbClr val="000000"/>
                        </a:buClr>
                        <a:buSzPts val="1100"/>
                        <a:buFont typeface="Arial"/>
                        <a:buNone/>
                      </a:pPr>
                      <a:r>
                        <a:rPr b="1" lang="ko-KR" sz="1100" u="none" cap="none" strike="noStrike">
                          <a:solidFill>
                            <a:schemeClr val="lt1"/>
                          </a:solidFill>
                          <a:latin typeface="Malgun Gothic"/>
                          <a:ea typeface="Malgun Gothic"/>
                          <a:cs typeface="Malgun Gothic"/>
                          <a:sym typeface="Malgun Gothic"/>
                        </a:rPr>
                        <a:t>수업 전 학생 및 과제 분석</a:t>
                      </a:r>
                      <a:endParaRPr sz="1400" u="none" cap="none" strike="noStrike"/>
                    </a:p>
                  </a:txBody>
                  <a:tcPr marT="45725" marB="45725" marR="90000" marL="90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lt1"/>
                      </a:solidFill>
                      <a:prstDash val="solid"/>
                      <a:round/>
                      <a:headEnd len="sm" w="sm" type="none"/>
                      <a:tailEnd len="sm" w="sm" type="none"/>
                    </a:lnT>
                    <a:lnB cap="flat" cmpd="sng" w="19050">
                      <a:solidFill>
                        <a:srgbClr val="03A9F4"/>
                      </a:solidFill>
                      <a:prstDash val="solid"/>
                      <a:round/>
                      <a:headEnd len="sm" w="sm" type="none"/>
                      <a:tailEnd len="sm" w="sm" type="none"/>
                    </a:lnB>
                    <a:solidFill>
                      <a:srgbClr val="03A9F4"/>
                    </a:solidFill>
                  </a:tcPr>
                </a:tc>
                <a:tc gridSpan="3">
                  <a:txBody>
                    <a:bodyPr/>
                    <a:lstStyle/>
                    <a:p>
                      <a:pPr indent="0" lvl="0" marL="0" marR="0" rtl="0" algn="l">
                        <a:lnSpc>
                          <a:spcPct val="100000"/>
                        </a:lnSpc>
                        <a:spcBef>
                          <a:spcPts val="0"/>
                        </a:spcBef>
                        <a:spcAft>
                          <a:spcPts val="0"/>
                        </a:spcAft>
                        <a:buClr>
                          <a:srgbClr val="000000"/>
                        </a:buClr>
                        <a:buSzPts val="1100"/>
                        <a:buFont typeface="Arial"/>
                        <a:buNone/>
                      </a:pPr>
                      <a:r>
                        <a:t/>
                      </a:r>
                      <a:endParaRPr b="1" sz="1100" u="none" cap="none" strike="noStrike">
                        <a:solidFill>
                          <a:schemeClr val="dk1"/>
                        </a:solidFill>
                        <a:latin typeface="Malgun Gothic"/>
                        <a:ea typeface="Malgun Gothic"/>
                        <a:cs typeface="Malgun Gothic"/>
                        <a:sym typeface="Malgun Gothic"/>
                      </a:endParaRPr>
                    </a:p>
                  </a:txBody>
                  <a:tcPr marT="45725" marB="45725" marR="90000" marL="90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3A9F4"/>
                      </a:solidFill>
                      <a:prstDash val="solid"/>
                      <a:round/>
                      <a:headEnd len="sm" w="sm" type="none"/>
                      <a:tailEnd len="sm" w="sm" type="none"/>
                    </a:lnT>
                    <a:lnB cap="flat" cmpd="sng" w="19050">
                      <a:solidFill>
                        <a:srgbClr val="03A9F4"/>
                      </a:solidFill>
                      <a:prstDash val="solid"/>
                      <a:round/>
                      <a:headEnd len="sm" w="sm" type="none"/>
                      <a:tailEnd len="sm" w="sm" type="none"/>
                    </a:lnB>
                    <a:solidFill>
                      <a:schemeClr val="lt1"/>
                    </a:solidFill>
                  </a:tcPr>
                </a:tc>
                <a:tc hMerge="1"/>
                <a:tc hMerge="1"/>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grpSp>
        <p:nvGrpSpPr>
          <p:cNvPr id="340" name="Google Shape;340;g3f3b1709a98_10_6"/>
          <p:cNvGrpSpPr/>
          <p:nvPr/>
        </p:nvGrpSpPr>
        <p:grpSpPr>
          <a:xfrm>
            <a:off x="260060" y="134638"/>
            <a:ext cx="11671761" cy="338700"/>
            <a:chOff x="260060" y="463574"/>
            <a:chExt cx="11671761" cy="338700"/>
          </a:xfrm>
        </p:grpSpPr>
        <p:sp>
          <p:nvSpPr>
            <p:cNvPr id="341" name="Google Shape;341;g3f3b1709a98_10_6"/>
            <p:cNvSpPr txBox="1"/>
            <p:nvPr/>
          </p:nvSpPr>
          <p:spPr>
            <a:xfrm>
              <a:off x="260060" y="463574"/>
              <a:ext cx="1015200" cy="338700"/>
            </a:xfrm>
            <a:prstGeom prst="rect">
              <a:avLst/>
            </a:prstGeom>
            <a:solidFill>
              <a:srgbClr val="2E75B5"/>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1" i="0" lang="ko-KR" sz="1600" u="none" cap="none" strike="noStrike">
                  <a:solidFill>
                    <a:schemeClr val="lt1"/>
                  </a:solidFill>
                  <a:latin typeface="Calibri"/>
                  <a:ea typeface="Calibri"/>
                  <a:cs typeface="Calibri"/>
                  <a:sym typeface="Calibri"/>
                </a:rPr>
                <a:t>별첨</a:t>
              </a:r>
              <a:endParaRPr b="0" i="0" sz="1400" u="none" cap="none" strike="noStrike">
                <a:solidFill>
                  <a:srgbClr val="000000"/>
                </a:solidFill>
                <a:latin typeface="Arial"/>
                <a:ea typeface="Arial"/>
                <a:cs typeface="Arial"/>
                <a:sym typeface="Arial"/>
              </a:endParaRPr>
            </a:p>
          </p:txBody>
        </p:sp>
        <p:sp>
          <p:nvSpPr>
            <p:cNvPr id="342" name="Google Shape;342;g3f3b1709a98_10_6"/>
            <p:cNvSpPr txBox="1"/>
            <p:nvPr/>
          </p:nvSpPr>
          <p:spPr>
            <a:xfrm>
              <a:off x="1434521" y="463574"/>
              <a:ext cx="10497300" cy="338700"/>
            </a:xfrm>
            <a:prstGeom prst="rect">
              <a:avLst/>
            </a:pr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600"/>
                <a:buFont typeface="Arial"/>
                <a:buNone/>
              </a:pPr>
              <a:r>
                <a:rPr b="1" i="0" lang="ko-KR" sz="1600" u="none" cap="none" strike="noStrike">
                  <a:solidFill>
                    <a:schemeClr val="dk1"/>
                  </a:solidFill>
                  <a:latin typeface="Calibri"/>
                  <a:ea typeface="Calibri"/>
                  <a:cs typeface="Calibri"/>
                  <a:sym typeface="Calibri"/>
                </a:rPr>
                <a:t>AI·디지털 도구 활용 교수·학습 설계안(양식)</a:t>
              </a:r>
              <a:endParaRPr b="1" i="0" sz="1600" u="none" cap="none" strike="noStrike">
                <a:solidFill>
                  <a:schemeClr val="dk1"/>
                </a:solidFill>
                <a:latin typeface="Calibri"/>
                <a:ea typeface="Calibri"/>
                <a:cs typeface="Calibri"/>
                <a:sym typeface="Calibri"/>
              </a:endParaRPr>
            </a:p>
          </p:txBody>
        </p:sp>
      </p:grpSp>
      <p:sp>
        <p:nvSpPr>
          <p:cNvPr id="343" name="Google Shape;343;g3f3b1709a98_10_6"/>
          <p:cNvSpPr/>
          <p:nvPr/>
        </p:nvSpPr>
        <p:spPr>
          <a:xfrm>
            <a:off x="3667127" y="473205"/>
            <a:ext cx="4857600" cy="353700"/>
          </a:xfrm>
          <a:prstGeom prst="roundRect">
            <a:avLst>
              <a:gd fmla="val 50000" name="adj"/>
            </a:avLst>
          </a:prstGeom>
          <a:solidFill>
            <a:srgbClr val="03A9F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500"/>
              <a:buFont typeface="Arial"/>
              <a:buNone/>
            </a:pPr>
            <a:r>
              <a:rPr b="1" i="0" lang="ko-KR" sz="1500" u="none" cap="none" strike="noStrike">
                <a:solidFill>
                  <a:schemeClr val="lt1"/>
                </a:solidFill>
                <a:latin typeface="Malgun Gothic"/>
                <a:ea typeface="Malgun Gothic"/>
                <a:cs typeface="Malgun Gothic"/>
                <a:sym typeface="Malgun Gothic"/>
              </a:rPr>
              <a:t>(  </a:t>
            </a:r>
            <a:r>
              <a:rPr b="1" lang="ko-KR" sz="1500">
                <a:solidFill>
                  <a:schemeClr val="lt1"/>
                </a:solidFill>
                <a:latin typeface="Malgun Gothic"/>
                <a:ea typeface="Malgun Gothic"/>
                <a:cs typeface="Malgun Gothic"/>
                <a:sym typeface="Malgun Gothic"/>
              </a:rPr>
              <a:t>미술</a:t>
            </a:r>
            <a:r>
              <a:rPr b="1" i="0" lang="ko-KR" sz="1500" u="none" cap="none" strike="noStrike">
                <a:solidFill>
                  <a:schemeClr val="lt1"/>
                </a:solidFill>
                <a:latin typeface="Malgun Gothic"/>
                <a:ea typeface="Malgun Gothic"/>
                <a:cs typeface="Malgun Gothic"/>
                <a:sym typeface="Malgun Gothic"/>
              </a:rPr>
              <a:t>   )과 AI·디지털 도구 활용 교수·학습설계안</a:t>
            </a:r>
            <a:endParaRPr b="1" i="0" sz="1500" u="none" cap="none" strike="noStrike">
              <a:solidFill>
                <a:schemeClr val="lt1"/>
              </a:solidFill>
              <a:latin typeface="Calibri"/>
              <a:ea typeface="Calibri"/>
              <a:cs typeface="Calibri"/>
              <a:sym typeface="Calibri"/>
            </a:endParaRPr>
          </a:p>
        </p:txBody>
      </p:sp>
      <p:grpSp>
        <p:nvGrpSpPr>
          <p:cNvPr id="344" name="Google Shape;344;g3f3b1709a98_10_6"/>
          <p:cNvGrpSpPr/>
          <p:nvPr/>
        </p:nvGrpSpPr>
        <p:grpSpPr>
          <a:xfrm>
            <a:off x="745923" y="3033212"/>
            <a:ext cx="11229528" cy="3512694"/>
            <a:chOff x="570454" y="1941446"/>
            <a:chExt cx="11434200" cy="4576800"/>
          </a:xfrm>
        </p:grpSpPr>
        <p:cxnSp>
          <p:nvCxnSpPr>
            <p:cNvPr id="345" name="Google Shape;345;g3f3b1709a98_10_6"/>
            <p:cNvCxnSpPr/>
            <p:nvPr/>
          </p:nvCxnSpPr>
          <p:spPr>
            <a:xfrm>
              <a:off x="570454" y="6518246"/>
              <a:ext cx="11434200" cy="0"/>
            </a:xfrm>
            <a:prstGeom prst="straightConnector1">
              <a:avLst/>
            </a:prstGeom>
            <a:noFill/>
            <a:ln cap="flat" cmpd="sng" w="28575">
              <a:solidFill>
                <a:schemeClr val="dk1"/>
              </a:solidFill>
              <a:prstDash val="solid"/>
              <a:miter lim="0"/>
              <a:headEnd len="sm" w="sm" type="none"/>
              <a:tailEnd len="med" w="med" type="triangle"/>
            </a:ln>
          </p:spPr>
        </p:cxnSp>
        <p:cxnSp>
          <p:nvCxnSpPr>
            <p:cNvPr id="346" name="Google Shape;346;g3f3b1709a98_10_6"/>
            <p:cNvCxnSpPr/>
            <p:nvPr/>
          </p:nvCxnSpPr>
          <p:spPr>
            <a:xfrm rot="10800000">
              <a:off x="570454" y="1941446"/>
              <a:ext cx="0" cy="4576800"/>
            </a:xfrm>
            <a:prstGeom prst="straightConnector1">
              <a:avLst/>
            </a:prstGeom>
            <a:noFill/>
            <a:ln cap="flat" cmpd="sng" w="28575">
              <a:solidFill>
                <a:schemeClr val="dk1"/>
              </a:solidFill>
              <a:prstDash val="solid"/>
              <a:miter lim="0"/>
              <a:headEnd len="sm" w="sm" type="none"/>
              <a:tailEnd len="sm" w="sm" type="none"/>
            </a:ln>
          </p:spPr>
        </p:cxnSp>
      </p:grpSp>
      <p:sp>
        <p:nvSpPr>
          <p:cNvPr id="347" name="Google Shape;347;g3f3b1709a98_10_6"/>
          <p:cNvSpPr txBox="1"/>
          <p:nvPr/>
        </p:nvSpPr>
        <p:spPr>
          <a:xfrm>
            <a:off x="11575375" y="6233119"/>
            <a:ext cx="307800" cy="231000"/>
          </a:xfrm>
          <a:prstGeom prst="rect">
            <a:avLst/>
          </a:prstGeom>
          <a:noFill/>
          <a:ln>
            <a:noFill/>
          </a:ln>
        </p:spPr>
        <p:txBody>
          <a:bodyPr anchorCtr="0" anchor="t" bIns="4570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1" i="0" lang="ko-KR" sz="1200" u="none" cap="none" strike="noStrike">
                <a:solidFill>
                  <a:schemeClr val="dk1"/>
                </a:solidFill>
                <a:latin typeface="Calibri"/>
                <a:ea typeface="Calibri"/>
                <a:cs typeface="Calibri"/>
                <a:sym typeface="Calibri"/>
              </a:rPr>
              <a:t>시간</a:t>
            </a:r>
            <a:endParaRPr b="0" i="0" sz="1400" u="none" cap="none" strike="noStrike">
              <a:solidFill>
                <a:srgbClr val="000000"/>
              </a:solidFill>
              <a:latin typeface="Arial"/>
              <a:ea typeface="Arial"/>
              <a:cs typeface="Arial"/>
              <a:sym typeface="Arial"/>
            </a:endParaRPr>
          </a:p>
        </p:txBody>
      </p:sp>
      <p:cxnSp>
        <p:nvCxnSpPr>
          <p:cNvPr id="348" name="Google Shape;348;g3f3b1709a98_10_6"/>
          <p:cNvCxnSpPr/>
          <p:nvPr/>
        </p:nvCxnSpPr>
        <p:spPr>
          <a:xfrm flipH="1" rot="10800000">
            <a:off x="768353" y="3719477"/>
            <a:ext cx="11114700" cy="57900"/>
          </a:xfrm>
          <a:prstGeom prst="straightConnector1">
            <a:avLst/>
          </a:prstGeom>
          <a:noFill/>
          <a:ln cap="rnd" cmpd="sng" w="22225">
            <a:solidFill>
              <a:schemeClr val="dk1"/>
            </a:solidFill>
            <a:prstDash val="dot"/>
            <a:miter lim="0"/>
            <a:headEnd len="sm" w="sm" type="none"/>
            <a:tailEnd len="sm" w="sm" type="none"/>
          </a:ln>
        </p:spPr>
      </p:cxnSp>
      <p:cxnSp>
        <p:nvCxnSpPr>
          <p:cNvPr id="349" name="Google Shape;349;g3f3b1709a98_10_6"/>
          <p:cNvCxnSpPr/>
          <p:nvPr/>
        </p:nvCxnSpPr>
        <p:spPr>
          <a:xfrm>
            <a:off x="743142" y="4770269"/>
            <a:ext cx="11141100" cy="0"/>
          </a:xfrm>
          <a:prstGeom prst="straightConnector1">
            <a:avLst/>
          </a:prstGeom>
          <a:noFill/>
          <a:ln cap="rnd" cmpd="sng" w="22225">
            <a:solidFill>
              <a:schemeClr val="dk1"/>
            </a:solidFill>
            <a:prstDash val="dot"/>
            <a:miter lim="0"/>
            <a:headEnd len="sm" w="sm" type="none"/>
            <a:tailEnd len="sm" w="sm" type="none"/>
          </a:ln>
        </p:spPr>
      </p:cxnSp>
      <p:cxnSp>
        <p:nvCxnSpPr>
          <p:cNvPr id="350" name="Google Shape;350;g3f3b1709a98_10_6"/>
          <p:cNvCxnSpPr/>
          <p:nvPr/>
        </p:nvCxnSpPr>
        <p:spPr>
          <a:xfrm>
            <a:off x="768353" y="5763159"/>
            <a:ext cx="11114700" cy="0"/>
          </a:xfrm>
          <a:prstGeom prst="straightConnector1">
            <a:avLst/>
          </a:prstGeom>
          <a:noFill/>
          <a:ln cap="rnd" cmpd="sng" w="22225">
            <a:solidFill>
              <a:schemeClr val="dk1"/>
            </a:solidFill>
            <a:prstDash val="dot"/>
            <a:miter lim="0"/>
            <a:headEnd len="sm" w="sm" type="none"/>
            <a:tailEnd len="sm" w="sm" type="none"/>
          </a:ln>
        </p:spPr>
      </p:cxnSp>
      <p:cxnSp>
        <p:nvCxnSpPr>
          <p:cNvPr id="351" name="Google Shape;351;g3f3b1709a98_10_6"/>
          <p:cNvCxnSpPr>
            <a:stCxn id="352" idx="3"/>
            <a:endCxn id="353" idx="1"/>
          </p:cNvCxnSpPr>
          <p:nvPr/>
        </p:nvCxnSpPr>
        <p:spPr>
          <a:xfrm flipH="1" rot="10800000">
            <a:off x="2837087" y="3755904"/>
            <a:ext cx="928500" cy="1075800"/>
          </a:xfrm>
          <a:prstGeom prst="bentConnector3">
            <a:avLst>
              <a:gd fmla="val 49998" name="adj1"/>
            </a:avLst>
          </a:prstGeom>
          <a:noFill/>
          <a:ln cap="flat" cmpd="sng" w="38100">
            <a:solidFill>
              <a:schemeClr val="dk1"/>
            </a:solidFill>
            <a:prstDash val="solid"/>
            <a:miter lim="0"/>
            <a:headEnd len="sm" w="sm" type="none"/>
            <a:tailEnd len="med" w="med" type="triangle"/>
          </a:ln>
        </p:spPr>
      </p:cxnSp>
      <p:cxnSp>
        <p:nvCxnSpPr>
          <p:cNvPr id="354" name="Google Shape;354;g3f3b1709a98_10_6"/>
          <p:cNvCxnSpPr>
            <a:stCxn id="353" idx="3"/>
            <a:endCxn id="355" idx="1"/>
          </p:cNvCxnSpPr>
          <p:nvPr/>
        </p:nvCxnSpPr>
        <p:spPr>
          <a:xfrm>
            <a:off x="5638446" y="3756050"/>
            <a:ext cx="1111800" cy="1036200"/>
          </a:xfrm>
          <a:prstGeom prst="bentConnector3">
            <a:avLst>
              <a:gd fmla="val 50005" name="adj1"/>
            </a:avLst>
          </a:prstGeom>
          <a:noFill/>
          <a:ln cap="flat" cmpd="sng" w="38100">
            <a:solidFill>
              <a:schemeClr val="dk1"/>
            </a:solidFill>
            <a:prstDash val="solid"/>
            <a:miter lim="0"/>
            <a:headEnd len="sm" w="sm" type="none"/>
            <a:tailEnd len="med" w="med" type="triangle"/>
          </a:ln>
        </p:spPr>
      </p:cxnSp>
      <p:cxnSp>
        <p:nvCxnSpPr>
          <p:cNvPr id="356" name="Google Shape;356;g3f3b1709a98_10_6"/>
          <p:cNvCxnSpPr>
            <a:stCxn id="355" idx="3"/>
            <a:endCxn id="357" idx="1"/>
          </p:cNvCxnSpPr>
          <p:nvPr/>
        </p:nvCxnSpPr>
        <p:spPr>
          <a:xfrm flipH="1" rot="10800000">
            <a:off x="8622958" y="4266018"/>
            <a:ext cx="1326900" cy="526200"/>
          </a:xfrm>
          <a:prstGeom prst="bentConnector3">
            <a:avLst>
              <a:gd fmla="val 50000" name="adj1"/>
            </a:avLst>
          </a:prstGeom>
          <a:noFill/>
          <a:ln cap="flat" cmpd="sng" w="38100">
            <a:solidFill>
              <a:schemeClr val="dk1"/>
            </a:solidFill>
            <a:prstDash val="solid"/>
            <a:miter lim="0"/>
            <a:headEnd len="sm" w="sm" type="none"/>
            <a:tailEnd len="med" w="med" type="triangle"/>
          </a:ln>
        </p:spPr>
      </p:cxnSp>
      <p:grpSp>
        <p:nvGrpSpPr>
          <p:cNvPr id="358" name="Google Shape;358;g3f3b1709a98_10_6"/>
          <p:cNvGrpSpPr/>
          <p:nvPr/>
        </p:nvGrpSpPr>
        <p:grpSpPr>
          <a:xfrm>
            <a:off x="964366" y="3818103"/>
            <a:ext cx="1873014" cy="2646134"/>
            <a:chOff x="936600" y="4046957"/>
            <a:chExt cx="1721204" cy="2475104"/>
          </a:xfrm>
        </p:grpSpPr>
        <p:sp>
          <p:nvSpPr>
            <p:cNvPr id="359" name="Google Shape;359;g3f3b1709a98_10_6"/>
            <p:cNvSpPr/>
            <p:nvPr/>
          </p:nvSpPr>
          <p:spPr>
            <a:xfrm>
              <a:off x="936704" y="5855461"/>
              <a:ext cx="1721100" cy="666600"/>
            </a:xfrm>
            <a:prstGeom prst="roundRect">
              <a:avLst>
                <a:gd fmla="val 6381" name="adj"/>
              </a:avLst>
            </a:prstGeom>
            <a:solidFill>
              <a:srgbClr val="EEE5FF"/>
            </a:solidFill>
            <a:ln cap="flat" cmpd="sng" w="12700">
              <a:solidFill>
                <a:srgbClr val="9965FF"/>
              </a:solidFill>
              <a:prstDash val="solid"/>
              <a:miter lim="0"/>
              <a:headEnd len="sm" w="sm" type="none"/>
              <a:tailEnd len="sm" w="sm" type="none"/>
            </a:ln>
          </p:spPr>
          <p:txBody>
            <a:bodyPr anchorCtr="0" anchor="ctr" bIns="0" lIns="0" spcFirstLastPara="1" rIns="0" wrap="square" tIns="0">
              <a:noAutofit/>
            </a:bodyPr>
            <a:lstStyle/>
            <a:p>
              <a:pPr indent="0" lvl="0" marL="85725" marR="0" rtl="0" algn="l">
                <a:lnSpc>
                  <a:spcPct val="110000"/>
                </a:lnSpc>
                <a:spcBef>
                  <a:spcPts val="0"/>
                </a:spcBef>
                <a:spcAft>
                  <a:spcPts val="0"/>
                </a:spcAft>
                <a:buClr>
                  <a:srgbClr val="000000"/>
                </a:buClr>
                <a:buSzPts val="1000"/>
                <a:buFont typeface="Arial"/>
                <a:buNone/>
              </a:pPr>
              <a:r>
                <a:rPr b="1" i="0" lang="ko-KR" sz="1000" u="none" cap="none" strike="noStrike">
                  <a:solidFill>
                    <a:schemeClr val="dk1"/>
                  </a:solidFill>
                  <a:latin typeface="Calibri"/>
                  <a:ea typeface="Calibri"/>
                  <a:cs typeface="Calibri"/>
                  <a:sym typeface="Calibri"/>
                </a:rPr>
                <a:t>도구: </a:t>
              </a:r>
              <a:r>
                <a:rPr b="1" lang="ko-KR" sz="1000">
                  <a:solidFill>
                    <a:schemeClr val="dk1"/>
                  </a:solidFill>
                  <a:latin typeface="Calibri"/>
                  <a:ea typeface="Calibri"/>
                  <a:cs typeface="Calibri"/>
                  <a:sym typeface="Calibri"/>
                </a:rPr>
                <a:t>패들렛</a:t>
              </a:r>
              <a:endParaRPr b="0" i="0" sz="1400" u="none" cap="none" strike="noStrike">
                <a:solidFill>
                  <a:srgbClr val="000000"/>
                </a:solidFill>
                <a:latin typeface="Arial"/>
                <a:ea typeface="Arial"/>
                <a:cs typeface="Arial"/>
                <a:sym typeface="Arial"/>
              </a:endParaRPr>
            </a:p>
            <a:p>
              <a:pPr indent="0" lvl="0" marL="85725" marR="0" rtl="0" algn="l">
                <a:lnSpc>
                  <a:spcPct val="110000"/>
                </a:lnSpc>
                <a:spcBef>
                  <a:spcPts val="0"/>
                </a:spcBef>
                <a:spcAft>
                  <a:spcPts val="0"/>
                </a:spcAft>
                <a:buClr>
                  <a:srgbClr val="000000"/>
                </a:buClr>
                <a:buSzPts val="1000"/>
                <a:buFont typeface="Arial"/>
                <a:buNone/>
              </a:pPr>
              <a:r>
                <a:rPr b="1" i="0" lang="ko-KR" sz="1000" u="none" cap="none" strike="noStrike">
                  <a:solidFill>
                    <a:schemeClr val="dk1"/>
                  </a:solidFill>
                  <a:latin typeface="Calibri"/>
                  <a:ea typeface="Calibri"/>
                  <a:cs typeface="Calibri"/>
                  <a:sym typeface="Calibri"/>
                </a:rPr>
                <a:t>역할: </a:t>
              </a:r>
              <a:r>
                <a:rPr b="1" lang="ko-KR" sz="1000">
                  <a:solidFill>
                    <a:schemeClr val="dk1"/>
                  </a:solidFill>
                  <a:latin typeface="Calibri"/>
                  <a:ea typeface="Calibri"/>
                  <a:cs typeface="Calibri"/>
                  <a:sym typeface="Calibri"/>
                </a:rPr>
                <a:t>생각열기</a:t>
              </a:r>
              <a:endParaRPr b="1" i="0" sz="1000" u="none" cap="none" strike="noStrike">
                <a:solidFill>
                  <a:schemeClr val="dk1"/>
                </a:solidFill>
                <a:latin typeface="Calibri"/>
                <a:ea typeface="Calibri"/>
                <a:cs typeface="Calibri"/>
                <a:sym typeface="Calibri"/>
              </a:endParaRPr>
            </a:p>
          </p:txBody>
        </p:sp>
        <p:grpSp>
          <p:nvGrpSpPr>
            <p:cNvPr id="360" name="Google Shape;360;g3f3b1709a98_10_6"/>
            <p:cNvGrpSpPr/>
            <p:nvPr/>
          </p:nvGrpSpPr>
          <p:grpSpPr>
            <a:xfrm>
              <a:off x="936600" y="4046957"/>
              <a:ext cx="1720935" cy="1764839"/>
              <a:chOff x="2194116" y="4892040"/>
              <a:chExt cx="1381500" cy="1764839"/>
            </a:xfrm>
          </p:grpSpPr>
          <p:sp>
            <p:nvSpPr>
              <p:cNvPr id="352" name="Google Shape;352;g3f3b1709a98_10_6"/>
              <p:cNvSpPr/>
              <p:nvPr/>
            </p:nvSpPr>
            <p:spPr>
              <a:xfrm>
                <a:off x="2194116" y="5023379"/>
                <a:ext cx="1381500" cy="1633500"/>
              </a:xfrm>
              <a:prstGeom prst="roundRect">
                <a:avLst>
                  <a:gd fmla="val 5951" name="adj"/>
                </a:avLst>
              </a:prstGeom>
              <a:solidFill>
                <a:schemeClr val="lt1"/>
              </a:solidFill>
              <a:ln cap="flat" cmpd="sng" w="19050">
                <a:solidFill>
                  <a:srgbClr val="9965FF"/>
                </a:solidFill>
                <a:prstDash val="solid"/>
                <a:miter lim="0"/>
                <a:headEnd len="sm" w="sm" type="none"/>
                <a:tailEnd len="sm" w="sm" type="none"/>
              </a:ln>
            </p:spPr>
            <p:txBody>
              <a:bodyPr anchorCtr="0" anchor="t" bIns="0" lIns="0" spcFirstLastPara="1" rIns="0" wrap="square" tIns="144000">
                <a:noAutofit/>
              </a:bodyPr>
              <a:lstStyle/>
              <a:p>
                <a:pPr indent="0" lvl="0" marL="0" marR="0" rtl="0" algn="ctr">
                  <a:lnSpc>
                    <a:spcPct val="130000"/>
                  </a:lnSpc>
                  <a:spcBef>
                    <a:spcPts val="0"/>
                  </a:spcBef>
                  <a:spcAft>
                    <a:spcPts val="0"/>
                  </a:spcAft>
                  <a:buClr>
                    <a:srgbClr val="000000"/>
                  </a:buClr>
                  <a:buSzPts val="1000"/>
                  <a:buFont typeface="Arial"/>
                  <a:buNone/>
                </a:pPr>
                <a:r>
                  <a:rPr b="1" i="0" lang="ko-KR" sz="1000" u="none" cap="none" strike="noStrike">
                    <a:solidFill>
                      <a:schemeClr val="dk1"/>
                    </a:solidFill>
                    <a:latin typeface="Calibri"/>
                    <a:ea typeface="Calibri"/>
                    <a:cs typeface="Calibri"/>
                    <a:sym typeface="Calibri"/>
                  </a:rPr>
                  <a:t>활동제목</a:t>
                </a:r>
                <a:endParaRPr b="1" i="0" sz="10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000000"/>
                  </a:buClr>
                  <a:buSzPts val="1000"/>
                  <a:buFont typeface="Arial"/>
                  <a:buNone/>
                </a:pPr>
                <a:r>
                  <a:rPr b="0" i="0" lang="ko-KR" sz="1000" u="none" cap="none" strike="noStrike">
                    <a:solidFill>
                      <a:schemeClr val="dk1"/>
                    </a:solidFill>
                    <a:latin typeface="Calibri"/>
                    <a:ea typeface="Calibri"/>
                    <a:cs typeface="Calibri"/>
                    <a:sym typeface="Calibri"/>
                  </a:rPr>
                  <a:t> ▪ 교사 활동:학습 목표 제시 및 데이터 기반 모빌 아트의 개념 소개 </a:t>
                </a:r>
                <a:endParaRPr b="0" i="0" sz="10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000000"/>
                  </a:buClr>
                  <a:buSzPts val="1000"/>
                  <a:buFont typeface="Arial"/>
                  <a:buNone/>
                </a:pPr>
                <a:r>
                  <a:rPr b="0" i="0" lang="ko-KR" sz="1000" u="none" cap="none" strike="noStrike">
                    <a:solidFill>
                      <a:schemeClr val="dk1"/>
                    </a:solidFill>
                    <a:latin typeface="Calibri"/>
                    <a:ea typeface="Calibri"/>
                    <a:cs typeface="Calibri"/>
                    <a:sym typeface="Calibri"/>
                  </a:rPr>
                  <a:t>   - 학생 활동:인천 재개발 지역의 사진과 작가의 작품을 감상하며 공간 상실과 정서적 안식처에 대해 패들렛에 짧은 느낌 남기기 </a:t>
                </a:r>
                <a:endParaRPr b="0" i="0" sz="10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000000"/>
                  </a:buClr>
                  <a:buSzPts val="1000"/>
                  <a:buFont typeface="Arial"/>
                  <a:buNone/>
                </a:pPr>
                <a:r>
                  <a:rPr b="0" i="0" lang="ko-KR" sz="1000" u="none" cap="none" strike="noStrike">
                    <a:solidFill>
                      <a:schemeClr val="dk1"/>
                    </a:solidFill>
                    <a:latin typeface="Calibri"/>
                    <a:ea typeface="Calibri"/>
                    <a:cs typeface="Calibri"/>
                    <a:sym typeface="Calibri"/>
                  </a:rPr>
                  <a:t>   - 학생 활동</a:t>
                </a:r>
                <a:endParaRPr b="0" i="0" sz="1000" u="none" cap="none" strike="noStrike">
                  <a:solidFill>
                    <a:schemeClr val="dk1"/>
                  </a:solidFill>
                  <a:latin typeface="Calibri"/>
                  <a:ea typeface="Calibri"/>
                  <a:cs typeface="Calibri"/>
                  <a:sym typeface="Calibri"/>
                </a:endParaRPr>
              </a:p>
            </p:txBody>
          </p:sp>
          <p:sp>
            <p:nvSpPr>
              <p:cNvPr id="361" name="Google Shape;361;g3f3b1709a98_10_6"/>
              <p:cNvSpPr/>
              <p:nvPr/>
            </p:nvSpPr>
            <p:spPr>
              <a:xfrm>
                <a:off x="2274652" y="4892040"/>
                <a:ext cx="1221900" cy="264300"/>
              </a:xfrm>
              <a:prstGeom prst="roundRect">
                <a:avLst>
                  <a:gd fmla="val 50000" name="adj"/>
                </a:avLst>
              </a:prstGeom>
              <a:solidFill>
                <a:srgbClr val="9965F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lang="ko-KR" sz="1000">
                    <a:solidFill>
                      <a:schemeClr val="lt1"/>
                    </a:solidFill>
                    <a:latin typeface="Calibri"/>
                    <a:ea typeface="Calibri"/>
                    <a:cs typeface="Calibri"/>
                    <a:sym typeface="Calibri"/>
                  </a:rPr>
                  <a:t>도입</a:t>
                </a:r>
                <a:r>
                  <a:rPr b="1" i="0" lang="ko-KR" sz="1000" u="none" cap="none" strike="noStrike">
                    <a:solidFill>
                      <a:schemeClr val="lt1"/>
                    </a:solidFill>
                    <a:latin typeface="Calibri"/>
                    <a:ea typeface="Calibri"/>
                    <a:cs typeface="Calibri"/>
                    <a:sym typeface="Calibri"/>
                  </a:rPr>
                  <a:t>(10분) </a:t>
                </a:r>
                <a:endParaRPr b="0" i="0" sz="1400" u="none" cap="none" strike="noStrike">
                  <a:solidFill>
                    <a:srgbClr val="000000"/>
                  </a:solidFill>
                  <a:latin typeface="Arial"/>
                  <a:ea typeface="Arial"/>
                  <a:cs typeface="Arial"/>
                  <a:sym typeface="Arial"/>
                </a:endParaRPr>
              </a:p>
            </p:txBody>
          </p:sp>
        </p:grpSp>
      </p:grpSp>
      <p:grpSp>
        <p:nvGrpSpPr>
          <p:cNvPr id="362" name="Google Shape;362;g3f3b1709a98_10_6"/>
          <p:cNvGrpSpPr/>
          <p:nvPr/>
        </p:nvGrpSpPr>
        <p:grpSpPr>
          <a:xfrm>
            <a:off x="9949939" y="3032591"/>
            <a:ext cx="1873011" cy="3038217"/>
            <a:chOff x="936603" y="4046957"/>
            <a:chExt cx="1721201" cy="1994104"/>
          </a:xfrm>
        </p:grpSpPr>
        <p:sp>
          <p:nvSpPr>
            <p:cNvPr id="363" name="Google Shape;363;g3f3b1709a98_10_6"/>
            <p:cNvSpPr/>
            <p:nvPr/>
          </p:nvSpPr>
          <p:spPr>
            <a:xfrm>
              <a:off x="936704" y="5374461"/>
              <a:ext cx="1721100" cy="666600"/>
            </a:xfrm>
            <a:prstGeom prst="roundRect">
              <a:avLst>
                <a:gd fmla="val 6381" name="adj"/>
              </a:avLst>
            </a:prstGeom>
            <a:solidFill>
              <a:srgbClr val="FFF3F4"/>
            </a:solidFill>
            <a:ln cap="flat" cmpd="sng" w="12700">
              <a:solidFill>
                <a:srgbClr val="FF5364"/>
              </a:solidFill>
              <a:prstDash val="solid"/>
              <a:miter lim="0"/>
              <a:headEnd len="sm" w="sm" type="none"/>
              <a:tailEnd len="sm" w="sm" type="none"/>
            </a:ln>
          </p:spPr>
          <p:txBody>
            <a:bodyPr anchorCtr="0" anchor="ctr" bIns="0" lIns="0" spcFirstLastPara="1" rIns="0" wrap="square" tIns="0">
              <a:noAutofit/>
            </a:bodyPr>
            <a:lstStyle/>
            <a:p>
              <a:pPr indent="0" lvl="0" marL="85725" marR="0" rtl="0" algn="l">
                <a:lnSpc>
                  <a:spcPct val="110000"/>
                </a:lnSpc>
                <a:spcBef>
                  <a:spcPts val="0"/>
                </a:spcBef>
                <a:spcAft>
                  <a:spcPts val="0"/>
                </a:spcAft>
                <a:buClr>
                  <a:srgbClr val="000000"/>
                </a:buClr>
                <a:buSzPts val="1000"/>
                <a:buFont typeface="Arial"/>
                <a:buNone/>
              </a:pPr>
              <a:r>
                <a:rPr b="1" i="0" lang="ko-KR" sz="1000" u="none" cap="none" strike="noStrike">
                  <a:solidFill>
                    <a:schemeClr val="dk1"/>
                  </a:solidFill>
                  <a:latin typeface="Calibri"/>
                  <a:ea typeface="Calibri"/>
                  <a:cs typeface="Calibri"/>
                  <a:sym typeface="Calibri"/>
                </a:rPr>
                <a:t>도구: </a:t>
              </a:r>
              <a:r>
                <a:rPr b="1" lang="ko-KR" sz="1000">
                  <a:solidFill>
                    <a:schemeClr val="dk1"/>
                  </a:solidFill>
                  <a:latin typeface="Calibri"/>
                  <a:ea typeface="Calibri"/>
                  <a:cs typeface="Calibri"/>
                  <a:sym typeface="Calibri"/>
                </a:rPr>
                <a:t>패들렛</a:t>
              </a:r>
              <a:r>
                <a:rPr b="1" i="0" lang="ko-KR" sz="1000" u="none" cap="none" strike="noStrike">
                  <a:solidFill>
                    <a:schemeClr val="dk1"/>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a:p>
              <a:pPr indent="0" lvl="0" marL="85725" marR="0" rtl="0" algn="l">
                <a:lnSpc>
                  <a:spcPct val="110000"/>
                </a:lnSpc>
                <a:spcBef>
                  <a:spcPts val="0"/>
                </a:spcBef>
                <a:spcAft>
                  <a:spcPts val="0"/>
                </a:spcAft>
                <a:buClr>
                  <a:srgbClr val="000000"/>
                </a:buClr>
                <a:buSzPts val="1000"/>
                <a:buFont typeface="Arial"/>
                <a:buNone/>
              </a:pPr>
              <a:r>
                <a:rPr b="1" i="0" lang="ko-KR" sz="1000" u="none" cap="none" strike="noStrike">
                  <a:solidFill>
                    <a:schemeClr val="dk1"/>
                  </a:solidFill>
                  <a:latin typeface="Calibri"/>
                  <a:ea typeface="Calibri"/>
                  <a:cs typeface="Calibri"/>
                  <a:sym typeface="Calibri"/>
                </a:rPr>
                <a:t>역할: </a:t>
              </a:r>
              <a:r>
                <a:rPr b="1" lang="ko-KR" sz="1000">
                  <a:solidFill>
                    <a:schemeClr val="dk1"/>
                  </a:solidFill>
                  <a:latin typeface="Calibri"/>
                  <a:ea typeface="Calibri"/>
                  <a:cs typeface="Calibri"/>
                  <a:sym typeface="Calibri"/>
                </a:rPr>
                <a:t>온라인 가상 전시 공간 및 상호 평가 대시보드</a:t>
              </a:r>
              <a:endParaRPr b="1" i="0" sz="1000" u="none" cap="none" strike="noStrike">
                <a:solidFill>
                  <a:schemeClr val="dk1"/>
                </a:solidFill>
                <a:latin typeface="Calibri"/>
                <a:ea typeface="Calibri"/>
                <a:cs typeface="Calibri"/>
                <a:sym typeface="Calibri"/>
              </a:endParaRPr>
            </a:p>
          </p:txBody>
        </p:sp>
        <p:grpSp>
          <p:nvGrpSpPr>
            <p:cNvPr id="364" name="Google Shape;364;g3f3b1709a98_10_6"/>
            <p:cNvGrpSpPr/>
            <p:nvPr/>
          </p:nvGrpSpPr>
          <p:grpSpPr>
            <a:xfrm>
              <a:off x="936603" y="4046957"/>
              <a:ext cx="1720935" cy="1487640"/>
              <a:chOff x="2194118" y="4892040"/>
              <a:chExt cx="1381500" cy="1487640"/>
            </a:xfrm>
          </p:grpSpPr>
          <p:sp>
            <p:nvSpPr>
              <p:cNvPr id="357" name="Google Shape;357;g3f3b1709a98_10_6"/>
              <p:cNvSpPr/>
              <p:nvPr/>
            </p:nvSpPr>
            <p:spPr>
              <a:xfrm>
                <a:off x="2194118" y="5023380"/>
                <a:ext cx="1381500" cy="1356300"/>
              </a:xfrm>
              <a:prstGeom prst="roundRect">
                <a:avLst>
                  <a:gd fmla="val 5951" name="adj"/>
                </a:avLst>
              </a:prstGeom>
              <a:solidFill>
                <a:schemeClr val="lt1"/>
              </a:solidFill>
              <a:ln cap="flat" cmpd="sng" w="19050">
                <a:solidFill>
                  <a:srgbClr val="FF5364"/>
                </a:solidFill>
                <a:prstDash val="solid"/>
                <a:miter lim="0"/>
                <a:headEnd len="sm" w="sm" type="none"/>
                <a:tailEnd len="sm" w="sm" type="none"/>
              </a:ln>
            </p:spPr>
            <p:txBody>
              <a:bodyPr anchorCtr="0" anchor="t" bIns="0" lIns="0" spcFirstLastPara="1" rIns="0" wrap="square" tIns="144000">
                <a:noAutofit/>
              </a:bodyPr>
              <a:lstStyle/>
              <a:p>
                <a:pPr indent="0" lvl="0" marL="0" marR="0" rtl="0" algn="ctr">
                  <a:lnSpc>
                    <a:spcPct val="130000"/>
                  </a:lnSpc>
                  <a:spcBef>
                    <a:spcPts val="0"/>
                  </a:spcBef>
                  <a:spcAft>
                    <a:spcPts val="0"/>
                  </a:spcAft>
                  <a:buClr>
                    <a:srgbClr val="000000"/>
                  </a:buClr>
                  <a:buSzPts val="1000"/>
                  <a:buFont typeface="Arial"/>
                  <a:buNone/>
                </a:pPr>
                <a:r>
                  <a:rPr b="1" i="0" lang="ko-KR" sz="1000" u="none" cap="none" strike="noStrike">
                    <a:solidFill>
                      <a:schemeClr val="dk1"/>
                    </a:solidFill>
                    <a:latin typeface="Calibri"/>
                    <a:ea typeface="Calibri"/>
                    <a:cs typeface="Calibri"/>
                    <a:sym typeface="Calibri"/>
                  </a:rPr>
                  <a:t>활동제목</a:t>
                </a:r>
                <a:endParaRPr b="1" i="0" sz="10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000000"/>
                  </a:buClr>
                  <a:buSzPts val="1000"/>
                  <a:buFont typeface="Arial"/>
                  <a:buNone/>
                </a:pPr>
                <a:r>
                  <a:rPr b="0" i="0" lang="ko-KR" sz="1000" u="none" cap="none" strike="noStrike">
                    <a:solidFill>
                      <a:schemeClr val="dk1"/>
                    </a:solidFill>
                    <a:latin typeface="Calibri"/>
                    <a:ea typeface="Calibri"/>
                    <a:cs typeface="Calibri"/>
                    <a:sym typeface="Calibri"/>
                  </a:rPr>
                  <a:t> ▪ 교사 활동: 완성된 작품의 움직임을 영상으로 촬영하여 패들렛 갤러리에 업로드하도록 안내 </a:t>
                </a:r>
                <a:endParaRPr b="0" i="0" sz="10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000000"/>
                  </a:buClr>
                  <a:buSzPts val="1000"/>
                  <a:buFont typeface="Arial"/>
                  <a:buNone/>
                </a:pPr>
                <a:r>
                  <a:rPr b="0" i="0" lang="ko-KR" sz="1000" u="none" cap="none" strike="noStrike">
                    <a:solidFill>
                      <a:schemeClr val="dk1"/>
                    </a:solidFill>
                    <a:latin typeface="Calibri"/>
                    <a:ea typeface="Calibri"/>
                    <a:cs typeface="Calibri"/>
                    <a:sym typeface="Calibri"/>
                  </a:rPr>
                  <a:t>   - 학생 활동: 패들렛에 업로드된 서로의 작품을 감상하며 상호 피드백 댓글 작성 </a:t>
                </a:r>
                <a:endParaRPr b="0" i="0" sz="1000" u="none" cap="none" strike="noStrike">
                  <a:solidFill>
                    <a:schemeClr val="dk1"/>
                  </a:solidFill>
                  <a:latin typeface="Calibri"/>
                  <a:ea typeface="Calibri"/>
                  <a:cs typeface="Calibri"/>
                  <a:sym typeface="Calibri"/>
                </a:endParaRPr>
              </a:p>
            </p:txBody>
          </p:sp>
          <p:sp>
            <p:nvSpPr>
              <p:cNvPr id="365" name="Google Shape;365;g3f3b1709a98_10_6"/>
              <p:cNvSpPr/>
              <p:nvPr/>
            </p:nvSpPr>
            <p:spPr>
              <a:xfrm>
                <a:off x="2274652" y="4892040"/>
                <a:ext cx="1221900" cy="264300"/>
              </a:xfrm>
              <a:prstGeom prst="roundRect">
                <a:avLst>
                  <a:gd fmla="val 50000" name="adj"/>
                </a:avLst>
              </a:prstGeom>
              <a:solidFill>
                <a:srgbClr val="FF536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lang="ko-KR" sz="1000">
                    <a:solidFill>
                      <a:schemeClr val="lt1"/>
                    </a:solidFill>
                    <a:latin typeface="Calibri"/>
                    <a:ea typeface="Calibri"/>
                    <a:cs typeface="Calibri"/>
                    <a:sym typeface="Calibri"/>
                  </a:rPr>
                  <a:t>정리</a:t>
                </a:r>
                <a:r>
                  <a:rPr b="1" i="0" lang="ko-KR" sz="1000" u="none" cap="none" strike="noStrike">
                    <a:solidFill>
                      <a:schemeClr val="lt1"/>
                    </a:solidFill>
                    <a:latin typeface="Calibri"/>
                    <a:ea typeface="Calibri"/>
                    <a:cs typeface="Calibri"/>
                    <a:sym typeface="Calibri"/>
                  </a:rPr>
                  <a:t>(20분)</a:t>
                </a:r>
                <a:endParaRPr b="0" i="0" sz="1400" u="none" cap="none" strike="noStrike">
                  <a:solidFill>
                    <a:srgbClr val="000000"/>
                  </a:solidFill>
                  <a:latin typeface="Arial"/>
                  <a:ea typeface="Arial"/>
                  <a:cs typeface="Arial"/>
                  <a:sym typeface="Arial"/>
                </a:endParaRPr>
              </a:p>
            </p:txBody>
          </p:sp>
        </p:grpSp>
      </p:grpSp>
      <p:grpSp>
        <p:nvGrpSpPr>
          <p:cNvPr id="366" name="Google Shape;366;g3f3b1709a98_10_6"/>
          <p:cNvGrpSpPr/>
          <p:nvPr/>
        </p:nvGrpSpPr>
        <p:grpSpPr>
          <a:xfrm>
            <a:off x="6750237" y="2798643"/>
            <a:ext cx="1873014" cy="4200142"/>
            <a:chOff x="936602" y="3049043"/>
            <a:chExt cx="1721204" cy="3383664"/>
          </a:xfrm>
        </p:grpSpPr>
        <p:sp>
          <p:nvSpPr>
            <p:cNvPr id="367" name="Google Shape;367;g3f3b1709a98_10_6"/>
            <p:cNvSpPr/>
            <p:nvPr/>
          </p:nvSpPr>
          <p:spPr>
            <a:xfrm>
              <a:off x="936706" y="5893608"/>
              <a:ext cx="1721100" cy="539100"/>
            </a:xfrm>
            <a:prstGeom prst="roundRect">
              <a:avLst>
                <a:gd fmla="val 6381" name="adj"/>
              </a:avLst>
            </a:prstGeom>
            <a:solidFill>
              <a:srgbClr val="FFF7DD"/>
            </a:solidFill>
            <a:ln cap="flat" cmpd="sng" w="12700">
              <a:solidFill>
                <a:srgbClr val="FFC000"/>
              </a:solidFill>
              <a:prstDash val="solid"/>
              <a:miter lim="0"/>
              <a:headEnd len="sm" w="sm" type="none"/>
              <a:tailEnd len="sm" w="sm" type="none"/>
            </a:ln>
          </p:spPr>
          <p:txBody>
            <a:bodyPr anchorCtr="0" anchor="ctr" bIns="0" lIns="0" spcFirstLastPara="1" rIns="0" wrap="square" tIns="0">
              <a:noAutofit/>
            </a:bodyPr>
            <a:lstStyle/>
            <a:p>
              <a:pPr indent="0" lvl="0" marL="85725" marR="0" rtl="0" algn="l">
                <a:lnSpc>
                  <a:spcPct val="110000"/>
                </a:lnSpc>
                <a:spcBef>
                  <a:spcPts val="0"/>
                </a:spcBef>
                <a:spcAft>
                  <a:spcPts val="0"/>
                </a:spcAft>
                <a:buClr>
                  <a:srgbClr val="000000"/>
                </a:buClr>
                <a:buSzPts val="1000"/>
                <a:buFont typeface="Arial"/>
                <a:buNone/>
              </a:pPr>
              <a:r>
                <a:rPr b="1" i="0" lang="ko-KR" sz="1000" u="none" cap="none" strike="noStrike">
                  <a:solidFill>
                    <a:schemeClr val="dk1"/>
                  </a:solidFill>
                  <a:latin typeface="Calibri"/>
                  <a:ea typeface="Calibri"/>
                  <a:cs typeface="Calibri"/>
                  <a:sym typeface="Calibri"/>
                </a:rPr>
                <a:t>도구: 태블릿 카메라</a:t>
              </a:r>
              <a:endParaRPr b="0" i="0" sz="1400" u="none" cap="none" strike="noStrike">
                <a:solidFill>
                  <a:srgbClr val="000000"/>
                </a:solidFill>
                <a:latin typeface="Arial"/>
                <a:ea typeface="Arial"/>
                <a:cs typeface="Arial"/>
                <a:sym typeface="Arial"/>
              </a:endParaRPr>
            </a:p>
            <a:p>
              <a:pPr indent="0" lvl="0" marL="85725" marR="0" rtl="0" algn="l">
                <a:lnSpc>
                  <a:spcPct val="110000"/>
                </a:lnSpc>
                <a:spcBef>
                  <a:spcPts val="0"/>
                </a:spcBef>
                <a:spcAft>
                  <a:spcPts val="0"/>
                </a:spcAft>
                <a:buClr>
                  <a:srgbClr val="000000"/>
                </a:buClr>
                <a:buSzPts val="1000"/>
                <a:buFont typeface="Arial"/>
                <a:buNone/>
              </a:pPr>
              <a:r>
                <a:rPr b="1" i="0" lang="ko-KR" sz="1000" u="none" cap="none" strike="noStrike">
                  <a:solidFill>
                    <a:schemeClr val="dk1"/>
                  </a:solidFill>
                  <a:latin typeface="Calibri"/>
                  <a:ea typeface="Calibri"/>
                  <a:cs typeface="Calibri"/>
                  <a:sym typeface="Calibri"/>
                </a:rPr>
                <a:t>역할: 과정 기록 중심의 프로세스폴리오 구축 </a:t>
              </a:r>
              <a:endParaRPr b="1" i="0" sz="1000" u="none" cap="none" strike="noStrike">
                <a:solidFill>
                  <a:schemeClr val="dk1"/>
                </a:solidFill>
                <a:latin typeface="Calibri"/>
                <a:ea typeface="Calibri"/>
                <a:cs typeface="Calibri"/>
                <a:sym typeface="Calibri"/>
              </a:endParaRPr>
            </a:p>
          </p:txBody>
        </p:sp>
        <p:grpSp>
          <p:nvGrpSpPr>
            <p:cNvPr id="368" name="Google Shape;368;g3f3b1709a98_10_6"/>
            <p:cNvGrpSpPr/>
            <p:nvPr/>
          </p:nvGrpSpPr>
          <p:grpSpPr>
            <a:xfrm>
              <a:off x="936602" y="3049043"/>
              <a:ext cx="1720935" cy="2948988"/>
              <a:chOff x="2194118" y="3894126"/>
              <a:chExt cx="1381500" cy="2948988"/>
            </a:xfrm>
          </p:grpSpPr>
          <p:sp>
            <p:nvSpPr>
              <p:cNvPr id="355" name="Google Shape;355;g3f3b1709a98_10_6"/>
              <p:cNvSpPr/>
              <p:nvPr/>
            </p:nvSpPr>
            <p:spPr>
              <a:xfrm>
                <a:off x="2194118" y="4157214"/>
                <a:ext cx="1381500" cy="2685900"/>
              </a:xfrm>
              <a:prstGeom prst="roundRect">
                <a:avLst>
                  <a:gd fmla="val 5951" name="adj"/>
                </a:avLst>
              </a:prstGeom>
              <a:solidFill>
                <a:schemeClr val="lt1"/>
              </a:solidFill>
              <a:ln cap="flat" cmpd="sng" w="19050">
                <a:solidFill>
                  <a:srgbClr val="FFC000"/>
                </a:solidFill>
                <a:prstDash val="solid"/>
                <a:miter lim="0"/>
                <a:headEnd len="sm" w="sm" type="none"/>
                <a:tailEnd len="sm" w="sm" type="none"/>
              </a:ln>
            </p:spPr>
            <p:txBody>
              <a:bodyPr anchorCtr="0" anchor="t" bIns="0" lIns="0" spcFirstLastPara="1" rIns="0" wrap="square" tIns="144000">
                <a:noAutofit/>
              </a:bodyPr>
              <a:lstStyle/>
              <a:p>
                <a:pPr indent="0" lvl="0" marL="0" marR="0" rtl="0" algn="ctr">
                  <a:lnSpc>
                    <a:spcPct val="130000"/>
                  </a:lnSpc>
                  <a:spcBef>
                    <a:spcPts val="0"/>
                  </a:spcBef>
                  <a:spcAft>
                    <a:spcPts val="0"/>
                  </a:spcAft>
                  <a:buClr>
                    <a:srgbClr val="000000"/>
                  </a:buClr>
                  <a:buSzPts val="1000"/>
                  <a:buFont typeface="Arial"/>
                  <a:buNone/>
                </a:pPr>
                <a:r>
                  <a:rPr b="1" i="0" lang="ko-KR" sz="1000" u="none" cap="none" strike="noStrike">
                    <a:solidFill>
                      <a:schemeClr val="dk1"/>
                    </a:solidFill>
                    <a:latin typeface="Calibri"/>
                    <a:ea typeface="Calibri"/>
                    <a:cs typeface="Calibri"/>
                    <a:sym typeface="Calibri"/>
                  </a:rPr>
                  <a:t>활동제목</a:t>
                </a:r>
                <a:endParaRPr b="1" i="0" sz="10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000000"/>
                  </a:buClr>
                  <a:buSzPts val="1000"/>
                  <a:buFont typeface="Arial"/>
                  <a:buNone/>
                </a:pPr>
                <a:r>
                  <a:rPr b="0" i="0" lang="ko-KR" sz="1000" u="none" cap="none" strike="noStrike">
                    <a:solidFill>
                      <a:schemeClr val="dk1"/>
                    </a:solidFill>
                    <a:latin typeface="Calibri"/>
                    <a:ea typeface="Calibri"/>
                    <a:cs typeface="Calibri"/>
                    <a:sym typeface="Calibri"/>
                  </a:rPr>
                  <a:t> ▪ 교사 활동: 아날로그 매체(나무, 철사, 점토 등)와 디지털 매체를 창의적으로 활용하여 표현하도록 순회 지도</a:t>
                </a:r>
                <a:endParaRPr b="0" i="0" sz="1000" u="none" cap="none" strike="noStrike">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b="0" i="0" lang="ko-KR" sz="1000" u="none" cap="none" strike="noStrike">
                    <a:solidFill>
                      <a:schemeClr val="dk1"/>
                    </a:solidFill>
                    <a:latin typeface="Calibri"/>
                    <a:ea typeface="Calibri"/>
                    <a:cs typeface="Calibri"/>
                    <a:sym typeface="Calibri"/>
                  </a:rPr>
                  <a:t>모빌의 물리적 균형(무게중심)을 맞추며 데이터의 상호 인과관계를 조형적으로 해결하도록 피드백</a:t>
                </a:r>
                <a:endParaRPr b="0" i="0" sz="10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000000"/>
                  </a:buClr>
                  <a:buSzPts val="1000"/>
                  <a:buFont typeface="Arial"/>
                  <a:buNone/>
                </a:pPr>
                <a:r>
                  <a:rPr b="0" i="0" lang="ko-KR" sz="1000" u="none" cap="none" strike="noStrike">
                    <a:solidFill>
                      <a:schemeClr val="dk1"/>
                    </a:solidFill>
                    <a:latin typeface="Calibri"/>
                    <a:ea typeface="Calibri"/>
                    <a:cs typeface="Calibri"/>
                    <a:sym typeface="Calibri"/>
                  </a:rPr>
                  <a:t>  - 학생 활동: 자신이 해석한 데이터를 바탕으로 아날로그 매체를 다루어 '둥지'를 형상화한 모빌 파츠 제작</a:t>
                </a:r>
                <a:endParaRPr b="0" i="0" sz="1000" u="none" cap="none" strike="noStrike">
                  <a:solidFill>
                    <a:schemeClr val="dk1"/>
                  </a:solidFill>
                  <a:latin typeface="Calibri"/>
                  <a:ea typeface="Calibri"/>
                  <a:cs typeface="Calibri"/>
                  <a:sym typeface="Calibri"/>
                </a:endParaRPr>
              </a:p>
              <a:p>
                <a:pPr indent="0" lvl="0" marL="0" rtl="0" algn="l">
                  <a:lnSpc>
                    <a:spcPct val="130000"/>
                  </a:lnSpc>
                  <a:spcBef>
                    <a:spcPts val="0"/>
                  </a:spcBef>
                  <a:spcAft>
                    <a:spcPts val="0"/>
                  </a:spcAft>
                  <a:buClr>
                    <a:schemeClr val="dk1"/>
                  </a:buClr>
                  <a:buSzPts val="1100"/>
                  <a:buFont typeface="Arial"/>
                  <a:buNone/>
                </a:pPr>
                <a:r>
                  <a:rPr b="0" i="0" lang="ko-KR" sz="1000" u="none" cap="none" strike="noStrike">
                    <a:solidFill>
                      <a:schemeClr val="dk1"/>
                    </a:solidFill>
                    <a:latin typeface="Calibri"/>
                    <a:ea typeface="Calibri"/>
                    <a:cs typeface="Calibri"/>
                    <a:sym typeface="Calibri"/>
                  </a:rPr>
                  <a:t>각 파츠를 조립하며 데이터의 비중에 따라 완벽한 균형을 이루는 모빌 아트 완성 및 e-포트폴리오에 제작 과정 기록</a:t>
                </a:r>
                <a:endParaRPr b="0" i="0" sz="10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000000"/>
                  </a:buClr>
                  <a:buSzPts val="1000"/>
                  <a:buFont typeface="Arial"/>
                  <a:buNone/>
                </a:pPr>
                <a:r>
                  <a:rPr b="0" i="0" lang="ko-KR" sz="1000" u="none" cap="none" strike="noStrike">
                    <a:solidFill>
                      <a:schemeClr val="dk1"/>
                    </a:solidFill>
                    <a:latin typeface="Calibri"/>
                    <a:ea typeface="Calibri"/>
                    <a:cs typeface="Calibri"/>
                    <a:sym typeface="Calibri"/>
                  </a:rPr>
                  <a:t> </a:t>
                </a:r>
                <a:endParaRPr b="0" i="0" sz="1000" u="none" cap="none" strike="noStrike">
                  <a:solidFill>
                    <a:schemeClr val="dk1"/>
                  </a:solidFill>
                  <a:latin typeface="Calibri"/>
                  <a:ea typeface="Calibri"/>
                  <a:cs typeface="Calibri"/>
                  <a:sym typeface="Calibri"/>
                </a:endParaRPr>
              </a:p>
            </p:txBody>
          </p:sp>
          <p:sp>
            <p:nvSpPr>
              <p:cNvPr id="369" name="Google Shape;369;g3f3b1709a98_10_6"/>
              <p:cNvSpPr/>
              <p:nvPr/>
            </p:nvSpPr>
            <p:spPr>
              <a:xfrm>
                <a:off x="2273960" y="3894126"/>
                <a:ext cx="1221900" cy="264300"/>
              </a:xfrm>
              <a:prstGeom prst="roundRect">
                <a:avLst>
                  <a:gd fmla="val 50000" name="adj"/>
                </a:avLst>
              </a:prstGeom>
              <a:solidFill>
                <a:srgbClr val="FFC0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lang="ko-KR" sz="1000">
                    <a:solidFill>
                      <a:schemeClr val="lt1"/>
                    </a:solidFill>
                    <a:latin typeface="Calibri"/>
                    <a:ea typeface="Calibri"/>
                    <a:cs typeface="Calibri"/>
                    <a:sym typeface="Calibri"/>
                  </a:rPr>
                  <a:t>적용</a:t>
                </a:r>
                <a:r>
                  <a:rPr b="1" i="0" lang="ko-KR" sz="1000" u="none" cap="none" strike="noStrike">
                    <a:solidFill>
                      <a:schemeClr val="lt1"/>
                    </a:solidFill>
                    <a:latin typeface="Calibri"/>
                    <a:ea typeface="Calibri"/>
                    <a:cs typeface="Calibri"/>
                    <a:sym typeface="Calibri"/>
                  </a:rPr>
                  <a:t>(45분)</a:t>
                </a:r>
                <a:endParaRPr b="0" i="0" sz="1400" u="none" cap="none" strike="noStrike">
                  <a:solidFill>
                    <a:srgbClr val="000000"/>
                  </a:solidFill>
                  <a:latin typeface="Arial"/>
                  <a:ea typeface="Arial"/>
                  <a:cs typeface="Arial"/>
                  <a:sym typeface="Arial"/>
                </a:endParaRPr>
              </a:p>
            </p:txBody>
          </p:sp>
        </p:grpSp>
      </p:grpSp>
      <p:grpSp>
        <p:nvGrpSpPr>
          <p:cNvPr id="370" name="Google Shape;370;g3f3b1709a98_10_6"/>
          <p:cNvGrpSpPr/>
          <p:nvPr/>
        </p:nvGrpSpPr>
        <p:grpSpPr>
          <a:xfrm>
            <a:off x="347851" y="4582151"/>
            <a:ext cx="328286" cy="474651"/>
            <a:chOff x="347851" y="4186705"/>
            <a:chExt cx="328286" cy="474651"/>
          </a:xfrm>
        </p:grpSpPr>
        <p:pic>
          <p:nvPicPr>
            <p:cNvPr id="371" name="Google Shape;371;g3f3b1709a98_10_6"/>
            <p:cNvPicPr preferRelativeResize="0"/>
            <p:nvPr/>
          </p:nvPicPr>
          <p:blipFill rotWithShape="1">
            <a:blip r:embed="rId3">
              <a:alphaModFix/>
            </a:blip>
            <a:srcRect b="0" l="0" r="0" t="0"/>
            <a:stretch/>
          </p:blipFill>
          <p:spPr>
            <a:xfrm>
              <a:off x="347851" y="4186705"/>
              <a:ext cx="328286" cy="328284"/>
            </a:xfrm>
            <a:prstGeom prst="rect">
              <a:avLst/>
            </a:prstGeom>
            <a:noFill/>
            <a:ln>
              <a:noFill/>
            </a:ln>
          </p:spPr>
        </p:pic>
        <p:sp>
          <p:nvSpPr>
            <p:cNvPr id="372" name="Google Shape;372;g3f3b1709a98_10_6"/>
            <p:cNvSpPr txBox="1"/>
            <p:nvPr/>
          </p:nvSpPr>
          <p:spPr>
            <a:xfrm>
              <a:off x="358105" y="4476556"/>
              <a:ext cx="307800" cy="1848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200"/>
                <a:buFont typeface="Arial"/>
                <a:buNone/>
              </a:pPr>
              <a:r>
                <a:rPr b="1" i="0" lang="ko-KR" sz="1200" u="none" cap="none" strike="noStrike">
                  <a:solidFill>
                    <a:schemeClr val="dk1"/>
                  </a:solidFill>
                  <a:latin typeface="Calibri"/>
                  <a:ea typeface="Calibri"/>
                  <a:cs typeface="Calibri"/>
                  <a:sym typeface="Calibri"/>
                </a:rPr>
                <a:t>모둠</a:t>
              </a:r>
              <a:endParaRPr b="1" i="0" sz="1200" u="none" cap="none" strike="noStrike">
                <a:solidFill>
                  <a:schemeClr val="dk1"/>
                </a:solidFill>
                <a:latin typeface="Calibri"/>
                <a:ea typeface="Calibri"/>
                <a:cs typeface="Calibri"/>
                <a:sym typeface="Calibri"/>
              </a:endParaRPr>
            </a:p>
          </p:txBody>
        </p:sp>
      </p:grpSp>
      <p:grpSp>
        <p:nvGrpSpPr>
          <p:cNvPr id="373" name="Google Shape;373;g3f3b1709a98_10_6"/>
          <p:cNvGrpSpPr/>
          <p:nvPr/>
        </p:nvGrpSpPr>
        <p:grpSpPr>
          <a:xfrm>
            <a:off x="358108" y="5609243"/>
            <a:ext cx="307800" cy="413361"/>
            <a:chOff x="358105" y="5273056"/>
            <a:chExt cx="307800" cy="413361"/>
          </a:xfrm>
        </p:grpSpPr>
        <p:pic>
          <p:nvPicPr>
            <p:cNvPr descr="preencoded.png" id="374" name="Google Shape;374;g3f3b1709a98_10_6"/>
            <p:cNvPicPr preferRelativeResize="0"/>
            <p:nvPr/>
          </p:nvPicPr>
          <p:blipFill rotWithShape="1">
            <a:blip r:embed="rId4">
              <a:alphaModFix/>
            </a:blip>
            <a:srcRect b="0" l="0" r="0" t="0"/>
            <a:stretch/>
          </p:blipFill>
          <p:spPr>
            <a:xfrm>
              <a:off x="398968" y="5273056"/>
              <a:ext cx="222538" cy="222538"/>
            </a:xfrm>
            <a:prstGeom prst="rect">
              <a:avLst/>
            </a:prstGeom>
            <a:noFill/>
            <a:ln>
              <a:noFill/>
            </a:ln>
          </p:spPr>
        </p:pic>
        <p:sp>
          <p:nvSpPr>
            <p:cNvPr id="375" name="Google Shape;375;g3f3b1709a98_10_6"/>
            <p:cNvSpPr txBox="1"/>
            <p:nvPr/>
          </p:nvSpPr>
          <p:spPr>
            <a:xfrm>
              <a:off x="358105" y="5501617"/>
              <a:ext cx="307800" cy="1848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200"/>
                <a:buFont typeface="Arial"/>
                <a:buNone/>
              </a:pPr>
              <a:r>
                <a:rPr b="1" i="0" lang="ko-KR" sz="1200" u="none" cap="none" strike="noStrike">
                  <a:solidFill>
                    <a:schemeClr val="dk1"/>
                  </a:solidFill>
                  <a:latin typeface="Calibri"/>
                  <a:ea typeface="Calibri"/>
                  <a:cs typeface="Calibri"/>
                  <a:sym typeface="Calibri"/>
                </a:rPr>
                <a:t>개별</a:t>
              </a:r>
              <a:endParaRPr b="1" i="0" sz="1200" u="none" cap="none" strike="noStrike">
                <a:solidFill>
                  <a:schemeClr val="dk1"/>
                </a:solidFill>
                <a:latin typeface="Calibri"/>
                <a:ea typeface="Calibri"/>
                <a:cs typeface="Calibri"/>
                <a:sym typeface="Calibri"/>
              </a:endParaRPr>
            </a:p>
          </p:txBody>
        </p:sp>
      </p:grpSp>
      <p:grpSp>
        <p:nvGrpSpPr>
          <p:cNvPr id="376" name="Google Shape;376;g3f3b1709a98_10_6"/>
          <p:cNvGrpSpPr/>
          <p:nvPr/>
        </p:nvGrpSpPr>
        <p:grpSpPr>
          <a:xfrm>
            <a:off x="3765725" y="2798645"/>
            <a:ext cx="1873001" cy="2863357"/>
            <a:chOff x="936609" y="4046957"/>
            <a:chExt cx="1721192" cy="2863357"/>
          </a:xfrm>
        </p:grpSpPr>
        <p:sp>
          <p:nvSpPr>
            <p:cNvPr id="377" name="Google Shape;377;g3f3b1709a98_10_6"/>
            <p:cNvSpPr/>
            <p:nvPr/>
          </p:nvSpPr>
          <p:spPr>
            <a:xfrm>
              <a:off x="936701" y="5893614"/>
              <a:ext cx="1721100" cy="1016700"/>
            </a:xfrm>
            <a:prstGeom prst="roundRect">
              <a:avLst>
                <a:gd fmla="val 6381" name="adj"/>
              </a:avLst>
            </a:prstGeom>
            <a:solidFill>
              <a:srgbClr val="E0F8F6"/>
            </a:solidFill>
            <a:ln cap="flat" cmpd="sng" w="12700">
              <a:solidFill>
                <a:srgbClr val="29B6AA"/>
              </a:solidFill>
              <a:prstDash val="solid"/>
              <a:miter lim="0"/>
              <a:headEnd len="sm" w="sm" type="none"/>
              <a:tailEnd len="sm" w="sm" type="none"/>
            </a:ln>
          </p:spPr>
          <p:txBody>
            <a:bodyPr anchorCtr="0" anchor="ctr" bIns="0" lIns="0" spcFirstLastPara="1" rIns="0" wrap="square" tIns="0">
              <a:noAutofit/>
            </a:bodyPr>
            <a:lstStyle/>
            <a:p>
              <a:pPr indent="0" lvl="0" marL="85725" marR="0" rtl="0" algn="l">
                <a:lnSpc>
                  <a:spcPct val="110000"/>
                </a:lnSpc>
                <a:spcBef>
                  <a:spcPts val="0"/>
                </a:spcBef>
                <a:spcAft>
                  <a:spcPts val="0"/>
                </a:spcAft>
                <a:buClr>
                  <a:srgbClr val="000000"/>
                </a:buClr>
                <a:buSzPts val="1000"/>
                <a:buFont typeface="Arial"/>
                <a:buNone/>
              </a:pPr>
              <a:r>
                <a:rPr b="1" i="0" lang="ko-KR" sz="1000" u="none" cap="none" strike="noStrike">
                  <a:solidFill>
                    <a:schemeClr val="dk1"/>
                  </a:solidFill>
                  <a:latin typeface="Calibri"/>
                  <a:ea typeface="Calibri"/>
                  <a:cs typeface="Calibri"/>
                  <a:sym typeface="Calibri"/>
                </a:rPr>
                <a:t>도구: Notebook LM / ChatGPT  </a:t>
              </a:r>
              <a:endParaRPr b="0" i="0" sz="1400" u="none" cap="none" strike="noStrike">
                <a:solidFill>
                  <a:srgbClr val="000000"/>
                </a:solidFill>
                <a:latin typeface="Arial"/>
                <a:ea typeface="Arial"/>
                <a:cs typeface="Arial"/>
                <a:sym typeface="Arial"/>
              </a:endParaRPr>
            </a:p>
            <a:p>
              <a:pPr indent="0" lvl="0" marL="85725" marR="0" rtl="0" algn="l">
                <a:lnSpc>
                  <a:spcPct val="110000"/>
                </a:lnSpc>
                <a:spcBef>
                  <a:spcPts val="0"/>
                </a:spcBef>
                <a:spcAft>
                  <a:spcPts val="0"/>
                </a:spcAft>
                <a:buClr>
                  <a:srgbClr val="000000"/>
                </a:buClr>
                <a:buSzPts val="1000"/>
                <a:buFont typeface="Arial"/>
                <a:buNone/>
              </a:pPr>
              <a:r>
                <a:rPr b="1" i="0" lang="ko-KR" sz="1000" u="none" cap="none" strike="noStrike">
                  <a:solidFill>
                    <a:schemeClr val="dk1"/>
                  </a:solidFill>
                  <a:latin typeface="Calibri"/>
                  <a:ea typeface="Calibri"/>
                  <a:cs typeface="Calibri"/>
                  <a:sym typeface="Calibri"/>
                </a:rPr>
                <a:t>역할: 방대한 데이터 요약, 조형적 변환을 위한 아이디어 브레인스토밍 보조 </a:t>
              </a:r>
              <a:endParaRPr b="1" i="0" sz="1000" u="none" cap="none" strike="noStrike">
                <a:solidFill>
                  <a:schemeClr val="dk1"/>
                </a:solidFill>
                <a:latin typeface="Calibri"/>
                <a:ea typeface="Calibri"/>
                <a:cs typeface="Calibri"/>
                <a:sym typeface="Calibri"/>
              </a:endParaRPr>
            </a:p>
          </p:txBody>
        </p:sp>
        <p:grpSp>
          <p:nvGrpSpPr>
            <p:cNvPr id="378" name="Google Shape;378;g3f3b1709a98_10_6"/>
            <p:cNvGrpSpPr/>
            <p:nvPr/>
          </p:nvGrpSpPr>
          <p:grpSpPr>
            <a:xfrm>
              <a:off x="936609" y="4046957"/>
              <a:ext cx="1720935" cy="1783455"/>
              <a:chOff x="2194123" y="4892040"/>
              <a:chExt cx="1381500" cy="1783455"/>
            </a:xfrm>
          </p:grpSpPr>
          <p:sp>
            <p:nvSpPr>
              <p:cNvPr id="353" name="Google Shape;353;g3f3b1709a98_10_6"/>
              <p:cNvSpPr/>
              <p:nvPr/>
            </p:nvSpPr>
            <p:spPr>
              <a:xfrm>
                <a:off x="2194123" y="5023395"/>
                <a:ext cx="1381500" cy="1652100"/>
              </a:xfrm>
              <a:prstGeom prst="roundRect">
                <a:avLst>
                  <a:gd fmla="val 5951" name="adj"/>
                </a:avLst>
              </a:prstGeom>
              <a:solidFill>
                <a:schemeClr val="lt1"/>
              </a:solidFill>
              <a:ln cap="flat" cmpd="sng" w="19050">
                <a:solidFill>
                  <a:srgbClr val="29B6AA"/>
                </a:solidFill>
                <a:prstDash val="solid"/>
                <a:miter lim="0"/>
                <a:headEnd len="sm" w="sm" type="none"/>
                <a:tailEnd len="sm" w="sm" type="none"/>
              </a:ln>
            </p:spPr>
            <p:txBody>
              <a:bodyPr anchorCtr="0" anchor="t" bIns="0" lIns="0" spcFirstLastPara="1" rIns="0" wrap="square" tIns="144000">
                <a:noAutofit/>
              </a:bodyPr>
              <a:lstStyle/>
              <a:p>
                <a:pPr indent="0" lvl="0" marL="0" marR="0" rtl="0" algn="ctr">
                  <a:lnSpc>
                    <a:spcPct val="130000"/>
                  </a:lnSpc>
                  <a:spcBef>
                    <a:spcPts val="0"/>
                  </a:spcBef>
                  <a:spcAft>
                    <a:spcPts val="0"/>
                  </a:spcAft>
                  <a:buClr>
                    <a:srgbClr val="000000"/>
                  </a:buClr>
                  <a:buSzPts val="1000"/>
                  <a:buFont typeface="Arial"/>
                  <a:buNone/>
                </a:pPr>
                <a:r>
                  <a:rPr b="1" i="0" lang="ko-KR" sz="1000" u="none" cap="none" strike="noStrike">
                    <a:solidFill>
                      <a:schemeClr val="dk1"/>
                    </a:solidFill>
                    <a:latin typeface="Calibri"/>
                    <a:ea typeface="Calibri"/>
                    <a:cs typeface="Calibri"/>
                    <a:sym typeface="Calibri"/>
                  </a:rPr>
                  <a:t>활동제목</a:t>
                </a:r>
                <a:endParaRPr b="1" i="0" sz="10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000000"/>
                  </a:buClr>
                  <a:buSzPts val="1000"/>
                  <a:buFont typeface="Arial"/>
                  <a:buNone/>
                </a:pPr>
                <a:r>
                  <a:rPr b="0" i="0" lang="ko-KR" sz="1000" u="none" cap="none" strike="noStrike">
                    <a:solidFill>
                      <a:schemeClr val="dk1"/>
                    </a:solidFill>
                    <a:latin typeface="Calibri"/>
                    <a:ea typeface="Calibri"/>
                    <a:cs typeface="Calibri"/>
                    <a:sym typeface="Calibri"/>
                  </a:rPr>
                  <a:t> ▪ 교사 활동: 수치 데이터를 모빌의 조형 요소(무게, 길이, 색상)로 변환하는 알고리즘적 발상 지도 </a:t>
                </a:r>
                <a:endParaRPr b="0" i="0" sz="10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000000"/>
                  </a:buClr>
                  <a:buSzPts val="1000"/>
                  <a:buFont typeface="Arial"/>
                  <a:buNone/>
                </a:pPr>
                <a:r>
                  <a:rPr b="0" i="0" lang="ko-KR" sz="1000" u="none" cap="none" strike="noStrike">
                    <a:solidFill>
                      <a:schemeClr val="dk1"/>
                    </a:solidFill>
                    <a:latin typeface="Calibri"/>
                    <a:ea typeface="Calibri"/>
                    <a:cs typeface="Calibri"/>
                    <a:sym typeface="Calibri"/>
                  </a:rPr>
                  <a:t>   - 학생 활동: 데이터 값을 모빌의 뼈대 길이와 오브제의 무게로 치환하는 아이디어 스케치 진행 </a:t>
                </a:r>
                <a:endParaRPr b="0" i="0" sz="1000" u="none" cap="none" strike="noStrike">
                  <a:solidFill>
                    <a:schemeClr val="dk1"/>
                  </a:solidFill>
                  <a:latin typeface="Calibri"/>
                  <a:ea typeface="Calibri"/>
                  <a:cs typeface="Calibri"/>
                  <a:sym typeface="Calibri"/>
                </a:endParaRPr>
              </a:p>
            </p:txBody>
          </p:sp>
          <p:sp>
            <p:nvSpPr>
              <p:cNvPr id="379" name="Google Shape;379;g3f3b1709a98_10_6"/>
              <p:cNvSpPr/>
              <p:nvPr/>
            </p:nvSpPr>
            <p:spPr>
              <a:xfrm>
                <a:off x="2274652" y="4892040"/>
                <a:ext cx="1221900" cy="264300"/>
              </a:xfrm>
              <a:prstGeom prst="roundRect">
                <a:avLst>
                  <a:gd fmla="val 50000" name="adj"/>
                </a:avLst>
              </a:prstGeom>
              <a:solidFill>
                <a:srgbClr val="29B6A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lang="ko-KR" sz="1000">
                    <a:solidFill>
                      <a:schemeClr val="lt1"/>
                    </a:solidFill>
                    <a:latin typeface="Calibri"/>
                    <a:ea typeface="Calibri"/>
                    <a:cs typeface="Calibri"/>
                    <a:sym typeface="Calibri"/>
                  </a:rPr>
                  <a:t>탐색</a:t>
                </a:r>
                <a:r>
                  <a:rPr b="1" i="0" lang="ko-KR" sz="1000" u="none" cap="none" strike="noStrike">
                    <a:solidFill>
                      <a:schemeClr val="lt1"/>
                    </a:solidFill>
                    <a:latin typeface="Calibri"/>
                    <a:ea typeface="Calibri"/>
                    <a:cs typeface="Calibri"/>
                    <a:sym typeface="Calibri"/>
                  </a:rPr>
                  <a:t>(</a:t>
                </a:r>
                <a:r>
                  <a:rPr b="1" lang="ko-KR" sz="1000">
                    <a:solidFill>
                      <a:schemeClr val="lt1"/>
                    </a:solidFill>
                    <a:latin typeface="Calibri"/>
                    <a:ea typeface="Calibri"/>
                    <a:cs typeface="Calibri"/>
                    <a:sym typeface="Calibri"/>
                  </a:rPr>
                  <a:t>25</a:t>
                </a:r>
                <a:r>
                  <a:rPr b="1" i="0" lang="ko-KR" sz="1000" u="none" cap="none" strike="noStrike">
                    <a:solidFill>
                      <a:schemeClr val="lt1"/>
                    </a:solidFill>
                    <a:latin typeface="Calibri"/>
                    <a:ea typeface="Calibri"/>
                    <a:cs typeface="Calibri"/>
                    <a:sym typeface="Calibri"/>
                  </a:rPr>
                  <a:t>분)</a:t>
                </a:r>
                <a:endParaRPr b="0" i="0" sz="1400" u="none" cap="none" strike="noStrike">
                  <a:solidFill>
                    <a:srgbClr val="000000"/>
                  </a:solidFill>
                  <a:latin typeface="Arial"/>
                  <a:ea typeface="Arial"/>
                  <a:cs typeface="Arial"/>
                  <a:sym typeface="Arial"/>
                </a:endParaRPr>
              </a:p>
            </p:txBody>
          </p:sp>
        </p:grpSp>
      </p:grpSp>
      <p:sp>
        <p:nvSpPr>
          <p:cNvPr id="380" name="Google Shape;380;g3f3b1709a98_10_6"/>
          <p:cNvSpPr txBox="1"/>
          <p:nvPr/>
        </p:nvSpPr>
        <p:spPr>
          <a:xfrm>
            <a:off x="294812" y="3003885"/>
            <a:ext cx="492300" cy="4617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200"/>
              <a:buFont typeface="Arial"/>
              <a:buNone/>
            </a:pPr>
            <a:r>
              <a:rPr b="1" i="0" lang="ko-KR" sz="1200" u="none" cap="none" strike="noStrike">
                <a:solidFill>
                  <a:schemeClr val="dk1"/>
                </a:solidFill>
                <a:latin typeface="Calibri"/>
                <a:ea typeface="Calibri"/>
                <a:cs typeface="Calibri"/>
                <a:sym typeface="Calibri"/>
              </a:rPr>
              <a:t>학습</a:t>
            </a:r>
            <a:endParaRPr b="1" i="0" sz="1200" u="none" cap="none" strike="noStrike">
              <a:solidFill>
                <a:schemeClr val="dk1"/>
              </a:solidFill>
              <a:latin typeface="Calibri"/>
              <a:ea typeface="Calibri"/>
              <a:cs typeface="Calibri"/>
              <a:sym typeface="Calibri"/>
            </a:endParaRPr>
          </a:p>
          <a:p>
            <a:pPr indent="0" lvl="0" marL="0" marR="0" rtl="0" algn="r">
              <a:lnSpc>
                <a:spcPct val="100000"/>
              </a:lnSpc>
              <a:spcBef>
                <a:spcPts val="0"/>
              </a:spcBef>
              <a:spcAft>
                <a:spcPts val="0"/>
              </a:spcAft>
              <a:buClr>
                <a:srgbClr val="000000"/>
              </a:buClr>
              <a:buSzPts val="1200"/>
              <a:buFont typeface="Arial"/>
              <a:buNone/>
            </a:pPr>
            <a:r>
              <a:rPr b="1" i="0" lang="ko-KR" sz="1200" u="none" cap="none" strike="noStrike">
                <a:solidFill>
                  <a:schemeClr val="dk1"/>
                </a:solidFill>
                <a:latin typeface="Calibri"/>
                <a:ea typeface="Calibri"/>
                <a:cs typeface="Calibri"/>
                <a:sym typeface="Calibri"/>
              </a:rPr>
              <a:t>형태</a:t>
            </a:r>
            <a:endParaRPr b="0" i="0" sz="1400" u="none" cap="none" strike="noStrike">
              <a:solidFill>
                <a:srgbClr val="000000"/>
              </a:solidFill>
              <a:latin typeface="Arial"/>
              <a:ea typeface="Arial"/>
              <a:cs typeface="Arial"/>
              <a:sym typeface="Arial"/>
            </a:endParaRPr>
          </a:p>
        </p:txBody>
      </p:sp>
      <p:sp>
        <p:nvSpPr>
          <p:cNvPr id="381" name="Google Shape;381;g3f3b1709a98_10_6"/>
          <p:cNvSpPr/>
          <p:nvPr/>
        </p:nvSpPr>
        <p:spPr>
          <a:xfrm>
            <a:off x="260063" y="2591073"/>
            <a:ext cx="1334700" cy="303300"/>
          </a:xfrm>
          <a:prstGeom prst="roundRect">
            <a:avLst>
              <a:gd fmla="val 50000" name="adj"/>
            </a:avLst>
          </a:prstGeom>
          <a:solidFill>
            <a:srgbClr val="2F559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ko-KR" sz="1200" u="none" cap="none" strike="noStrike">
                <a:solidFill>
                  <a:schemeClr val="lt1"/>
                </a:solidFill>
                <a:latin typeface="Calibri"/>
                <a:ea typeface="Calibri"/>
                <a:cs typeface="Calibri"/>
                <a:sym typeface="Calibri"/>
              </a:rPr>
              <a:t>교수·학습 흐름</a:t>
            </a:r>
            <a:endParaRPr b="0" i="0" sz="1400" u="none" cap="none" strike="noStrike">
              <a:solidFill>
                <a:srgbClr val="000000"/>
              </a:solidFill>
              <a:latin typeface="Arial"/>
              <a:ea typeface="Arial"/>
              <a:cs typeface="Arial"/>
              <a:sym typeface="Arial"/>
            </a:endParaRPr>
          </a:p>
        </p:txBody>
      </p:sp>
      <p:graphicFrame>
        <p:nvGraphicFramePr>
          <p:cNvPr id="382" name="Google Shape;382;g3f3b1709a98_10_6"/>
          <p:cNvGraphicFramePr/>
          <p:nvPr/>
        </p:nvGraphicFramePr>
        <p:xfrm>
          <a:off x="254085" y="7157213"/>
          <a:ext cx="3000000" cy="3000000"/>
        </p:xfrm>
        <a:graphic>
          <a:graphicData uri="http://schemas.openxmlformats.org/drawingml/2006/table">
            <a:tbl>
              <a:tblPr bandRow="1" firstRow="1">
                <a:noFill/>
                <a:tableStyleId>{5440891D-E3CE-4277-AC4C-BF97EED1E2F9}</a:tableStyleId>
              </a:tblPr>
              <a:tblGrid>
                <a:gridCol w="1718550"/>
                <a:gridCol w="1948575"/>
                <a:gridCol w="1948575"/>
                <a:gridCol w="1948575"/>
                <a:gridCol w="1229425"/>
              </a:tblGrid>
              <a:tr h="256425">
                <a:tc rowSpan="2">
                  <a:txBody>
                    <a:bodyPr/>
                    <a:lstStyle/>
                    <a:p>
                      <a:pPr indent="0" lvl="0" marL="0" marR="0" rtl="0" algn="ctr">
                        <a:lnSpc>
                          <a:spcPct val="100000"/>
                        </a:lnSpc>
                        <a:spcBef>
                          <a:spcPts val="0"/>
                        </a:spcBef>
                        <a:spcAft>
                          <a:spcPts val="0"/>
                        </a:spcAft>
                        <a:buClr>
                          <a:srgbClr val="000000"/>
                        </a:buClr>
                        <a:buSzPts val="1100"/>
                        <a:buFont typeface="Arial"/>
                        <a:buNone/>
                      </a:pPr>
                      <a:r>
                        <a:rPr b="1" lang="ko-KR" sz="1100" u="none" cap="none" strike="noStrike">
                          <a:solidFill>
                            <a:schemeClr val="lt1"/>
                          </a:solidFill>
                          <a:latin typeface="Malgun Gothic"/>
                          <a:ea typeface="Malgun Gothic"/>
                          <a:cs typeface="Malgun Gothic"/>
                          <a:sym typeface="Malgun Gothic"/>
                        </a:rPr>
                        <a:t>평가요소</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chemeClr val="lt1"/>
                      </a:solidFill>
                      <a:prstDash val="solid"/>
                      <a:round/>
                      <a:headEnd len="sm" w="sm" type="none"/>
                      <a:tailEnd len="sm" w="sm" type="none"/>
                    </a:lnR>
                    <a:lnT cap="flat" cmpd="sng" w="19050">
                      <a:solidFill>
                        <a:srgbClr val="03A9F4"/>
                      </a:solidFill>
                      <a:prstDash val="solid"/>
                      <a:round/>
                      <a:headEnd len="sm" w="sm" type="none"/>
                      <a:tailEnd len="sm" w="sm" type="none"/>
                    </a:lnT>
                    <a:lnB cap="flat" cmpd="sng" w="9525">
                      <a:solidFill>
                        <a:schemeClr val="lt1"/>
                      </a:solidFill>
                      <a:prstDash val="solid"/>
                      <a:round/>
                      <a:headEnd len="sm" w="sm" type="none"/>
                      <a:tailEnd len="sm" w="sm" type="none"/>
                    </a:lnB>
                    <a:solidFill>
                      <a:srgbClr val="03A9F4"/>
                    </a:solidFill>
                  </a:tcPr>
                </a:tc>
                <a:tc gridSpan="3">
                  <a:txBody>
                    <a:bodyPr/>
                    <a:lstStyle/>
                    <a:p>
                      <a:pPr indent="0" lvl="0" marL="0" marR="0" rtl="0" algn="ctr">
                        <a:lnSpc>
                          <a:spcPct val="100000"/>
                        </a:lnSpc>
                        <a:spcBef>
                          <a:spcPts val="0"/>
                        </a:spcBef>
                        <a:spcAft>
                          <a:spcPts val="0"/>
                        </a:spcAft>
                        <a:buClr>
                          <a:srgbClr val="000000"/>
                        </a:buClr>
                        <a:buSzPts val="1100"/>
                        <a:buFont typeface="Arial"/>
                        <a:buNone/>
                      </a:pPr>
                      <a:r>
                        <a:rPr b="1" lang="ko-KR" sz="1100" u="none" cap="none" strike="noStrike">
                          <a:solidFill>
                            <a:schemeClr val="lt1"/>
                          </a:solidFill>
                          <a:latin typeface="Malgun Gothic"/>
                          <a:ea typeface="Malgun Gothic"/>
                          <a:cs typeface="Malgun Gothic"/>
                          <a:sym typeface="Malgun Gothic"/>
                        </a:rPr>
                        <a:t>피드백</a:t>
                      </a:r>
                      <a:endParaRPr sz="1400" u="none" cap="none" strike="noStrike"/>
                    </a:p>
                  </a:txBody>
                  <a:tcPr marT="45725" marB="45725" marR="9145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19050">
                      <a:solidFill>
                        <a:srgbClr val="03A9F4"/>
                      </a:solidFill>
                      <a:prstDash val="solid"/>
                      <a:round/>
                      <a:headEnd len="sm" w="sm" type="none"/>
                      <a:tailEnd len="sm" w="sm" type="none"/>
                    </a:lnT>
                    <a:lnB cap="flat" cmpd="sng" w="9525">
                      <a:solidFill>
                        <a:schemeClr val="lt1"/>
                      </a:solidFill>
                      <a:prstDash val="solid"/>
                      <a:round/>
                      <a:headEnd len="sm" w="sm" type="none"/>
                      <a:tailEnd len="sm" w="sm" type="none"/>
                    </a:lnB>
                    <a:solidFill>
                      <a:srgbClr val="03A9F4"/>
                    </a:solidFill>
                  </a:tcPr>
                </a:tc>
                <a:tc hMerge="1"/>
                <a:tc hMerge="1"/>
                <a:tc rowSpan="2">
                  <a:txBody>
                    <a:bodyPr/>
                    <a:lstStyle/>
                    <a:p>
                      <a:pPr indent="0" lvl="0" marL="0" marR="0" rtl="0" algn="ctr">
                        <a:lnSpc>
                          <a:spcPct val="100000"/>
                        </a:lnSpc>
                        <a:spcBef>
                          <a:spcPts val="0"/>
                        </a:spcBef>
                        <a:spcAft>
                          <a:spcPts val="0"/>
                        </a:spcAft>
                        <a:buClr>
                          <a:srgbClr val="000000"/>
                        </a:buClr>
                        <a:buSzPts val="1100"/>
                        <a:buFont typeface="Arial"/>
                        <a:buNone/>
                      </a:pPr>
                      <a:r>
                        <a:rPr b="1" lang="ko-KR" sz="1100" u="none" cap="none" strike="noStrike">
                          <a:solidFill>
                            <a:schemeClr val="lt1"/>
                          </a:solidFill>
                          <a:latin typeface="Malgun Gothic"/>
                          <a:ea typeface="Malgun Gothic"/>
                          <a:cs typeface="Malgun Gothic"/>
                          <a:sym typeface="Malgun Gothic"/>
                        </a:rPr>
                        <a:t>평가도구</a:t>
                      </a:r>
                      <a:endParaRPr b="1" sz="1100" u="none" cap="none" strike="noStrike">
                        <a:solidFill>
                          <a:schemeClr val="lt1"/>
                        </a:solidFill>
                        <a:latin typeface="Malgun Gothic"/>
                        <a:ea typeface="Malgun Gothic"/>
                        <a:cs typeface="Malgun Gothic"/>
                        <a:sym typeface="Malgun Gothic"/>
                      </a:endParaRPr>
                    </a:p>
                    <a:p>
                      <a:pPr indent="0" lvl="0" marL="0" marR="0" rtl="0" algn="ctr">
                        <a:lnSpc>
                          <a:spcPct val="100000"/>
                        </a:lnSpc>
                        <a:spcBef>
                          <a:spcPts val="0"/>
                        </a:spcBef>
                        <a:spcAft>
                          <a:spcPts val="0"/>
                        </a:spcAft>
                        <a:buClr>
                          <a:srgbClr val="000000"/>
                        </a:buClr>
                        <a:buSzPts val="1100"/>
                        <a:buFont typeface="Arial"/>
                        <a:buNone/>
                      </a:pPr>
                      <a:r>
                        <a:rPr b="1" lang="ko-KR" sz="1100" u="none" cap="none" strike="noStrike">
                          <a:solidFill>
                            <a:schemeClr val="lt1"/>
                          </a:solidFill>
                          <a:latin typeface="Malgun Gothic"/>
                          <a:ea typeface="Malgun Gothic"/>
                          <a:cs typeface="Malgun Gothic"/>
                          <a:sym typeface="Malgun Gothic"/>
                        </a:rPr>
                        <a:t>(방법)</a:t>
                      </a:r>
                      <a:endParaRPr b="1" sz="1100" u="none" cap="none" strike="noStrike">
                        <a:solidFill>
                          <a:schemeClr val="lt1"/>
                        </a:solidFill>
                        <a:latin typeface="Malgun Gothic"/>
                        <a:ea typeface="Malgun Gothic"/>
                        <a:cs typeface="Malgun Gothic"/>
                        <a:sym typeface="Malgun Gothic"/>
                      </a:endParaRPr>
                    </a:p>
                  </a:txBody>
                  <a:tcPr marT="45725" marB="45725" marR="91450" marL="91450" anchor="ctr">
                    <a:lnL cap="flat" cmpd="sng" w="9525">
                      <a:solidFill>
                        <a:schemeClr val="lt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9050">
                      <a:solidFill>
                        <a:srgbClr val="03A9F4"/>
                      </a:solidFill>
                      <a:prstDash val="solid"/>
                      <a:round/>
                      <a:headEnd len="sm" w="sm" type="none"/>
                      <a:tailEnd len="sm" w="sm" type="none"/>
                    </a:lnT>
                    <a:lnB cap="flat" cmpd="sng" w="9525">
                      <a:solidFill>
                        <a:schemeClr val="lt1"/>
                      </a:solidFill>
                      <a:prstDash val="solid"/>
                      <a:round/>
                      <a:headEnd len="sm" w="sm" type="none"/>
                      <a:tailEnd len="sm" w="sm" type="none"/>
                    </a:lnB>
                    <a:solidFill>
                      <a:srgbClr val="03A9F4"/>
                    </a:solidFill>
                  </a:tcPr>
                </a:tc>
              </a:tr>
              <a:tr h="256425">
                <a:tc vMerge="1"/>
                <a:tc>
                  <a:txBody>
                    <a:bodyPr/>
                    <a:lstStyle/>
                    <a:p>
                      <a:pPr indent="0" lvl="0" marL="0" marR="0" rtl="0" algn="ctr">
                        <a:lnSpc>
                          <a:spcPct val="100000"/>
                        </a:lnSpc>
                        <a:spcBef>
                          <a:spcPts val="0"/>
                        </a:spcBef>
                        <a:spcAft>
                          <a:spcPts val="0"/>
                        </a:spcAft>
                        <a:buClr>
                          <a:srgbClr val="000000"/>
                        </a:buClr>
                        <a:buSzPts val="1100"/>
                        <a:buFont typeface="Arial"/>
                        <a:buNone/>
                      </a:pPr>
                      <a:r>
                        <a:rPr b="1" lang="ko-KR" sz="1100" u="none" cap="none" strike="noStrike">
                          <a:solidFill>
                            <a:schemeClr val="lt1"/>
                          </a:solidFill>
                          <a:latin typeface="Malgun Gothic"/>
                          <a:ea typeface="Malgun Gothic"/>
                          <a:cs typeface="Malgun Gothic"/>
                          <a:sym typeface="Malgun Gothic"/>
                        </a:rPr>
                        <a:t>심화</a:t>
                      </a:r>
                      <a:endParaRPr sz="1400" u="none" cap="none" strike="noStrike"/>
                    </a:p>
                  </a:txBody>
                  <a:tcPr marT="45725" marB="45725" marR="9145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03A9F4"/>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1" lang="ko-KR" sz="1100" u="none" cap="none" strike="noStrike">
                          <a:solidFill>
                            <a:schemeClr val="lt1"/>
                          </a:solidFill>
                          <a:latin typeface="Malgun Gothic"/>
                          <a:ea typeface="Malgun Gothic"/>
                          <a:cs typeface="Malgun Gothic"/>
                          <a:sym typeface="Malgun Gothic"/>
                        </a:rPr>
                        <a:t>기본</a:t>
                      </a:r>
                      <a:endParaRPr sz="1400" u="none" cap="none" strike="noStrike"/>
                    </a:p>
                  </a:txBody>
                  <a:tcPr marT="45725" marB="45725" marR="9145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03A9F4"/>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1" lang="ko-KR" sz="1100" u="none" cap="none" strike="noStrike">
                          <a:solidFill>
                            <a:schemeClr val="lt1"/>
                          </a:solidFill>
                          <a:latin typeface="Malgun Gothic"/>
                          <a:ea typeface="Malgun Gothic"/>
                          <a:cs typeface="Malgun Gothic"/>
                          <a:sym typeface="Malgun Gothic"/>
                        </a:rPr>
                        <a:t>기초 </a:t>
                      </a:r>
                      <a:endParaRPr sz="1400" u="none" cap="none" strike="noStrike"/>
                    </a:p>
                  </a:txBody>
                  <a:tcPr marT="45725" marB="45725" marR="9145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03A9F4"/>
                    </a:solidFill>
                  </a:tcPr>
                </a:tc>
                <a:tc vMerge="1"/>
              </a:tr>
              <a:tr h="533850">
                <a:tc>
                  <a:txBody>
                    <a:bodyPr/>
                    <a:lstStyle/>
                    <a:p>
                      <a:pPr indent="0" lvl="0" marL="0" marR="0" rtl="0" algn="ctr">
                        <a:lnSpc>
                          <a:spcPct val="100000"/>
                        </a:lnSpc>
                        <a:spcBef>
                          <a:spcPts val="0"/>
                        </a:spcBef>
                        <a:spcAft>
                          <a:spcPts val="0"/>
                        </a:spcAft>
                        <a:buClr>
                          <a:srgbClr val="000000"/>
                        </a:buClr>
                        <a:buSzPts val="1100"/>
                        <a:buFont typeface="Arial"/>
                        <a:buNone/>
                      </a:pPr>
                      <a:r>
                        <a:rPr b="1" lang="ko-KR" sz="1100">
                          <a:latin typeface="Malgun Gothic"/>
                          <a:ea typeface="Malgun Gothic"/>
                          <a:cs typeface="Malgun Gothic"/>
                          <a:sym typeface="Malgun Gothic"/>
                        </a:rPr>
                        <a:t>아날로그·디지털 매체의 특성과 타 분야 요소를 연결하여 융합 작품의 초안과 수정안을 제작한다.</a:t>
                      </a:r>
                      <a:endParaRPr b="1" sz="1100" u="none" cap="none" strike="noStrike">
                        <a:solidFill>
                          <a:schemeClr val="dk1"/>
                        </a:solidFill>
                        <a:latin typeface="Malgun Gothic"/>
                        <a:ea typeface="Malgun Gothic"/>
                        <a:cs typeface="Malgun Gothic"/>
                        <a:sym typeface="Malgun Gothic"/>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3A9F4"/>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rgbClr val="03A9F4"/>
                      </a:solidFill>
                      <a:prstDash val="solid"/>
                      <a:round/>
                      <a:headEnd len="sm" w="sm" type="none"/>
                      <a:tailEnd len="sm" w="sm" type="none"/>
                    </a:lnB>
                    <a:solidFill>
                      <a:srgbClr val="D9F3FF"/>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1" lang="ko-KR" sz="1100">
                          <a:latin typeface="Malgun Gothic"/>
                          <a:ea typeface="Malgun Gothic"/>
                          <a:cs typeface="Malgun Gothic"/>
                          <a:sym typeface="Malgun Gothic"/>
                        </a:rPr>
                        <a:t>공공데이터의 인과관계를 입체적으로 분석하여 타 분야의 지식을 활용해 독창적으로 융합하고, 서클 나눔에서 타인의 작품에 담긴 매체 가치를 비판적으로 수용하고 깊이 있게 공감하도록 안내한다 </a:t>
                      </a:r>
                      <a:endParaRPr b="1" sz="1100" u="none" cap="none" strike="noStrike">
                        <a:solidFill>
                          <a:schemeClr val="dk1"/>
                        </a:solidFill>
                        <a:latin typeface="Malgun Gothic"/>
                        <a:ea typeface="Malgun Gothic"/>
                        <a:cs typeface="Malgun Gothic"/>
                        <a:sym typeface="Malgun Gothic"/>
                      </a:endParaRPr>
                    </a:p>
                  </a:txBody>
                  <a:tcPr marT="45725" marB="45725" marR="91450" marL="91450" anchor="ctr">
                    <a:lnL cap="flat" cmpd="sng" w="9525">
                      <a:solidFill>
                        <a:srgbClr val="03A9F4"/>
                      </a:solidFill>
                      <a:prstDash val="solid"/>
                      <a:round/>
                      <a:headEnd len="sm" w="sm" type="none"/>
                      <a:tailEnd len="sm" w="sm" type="none"/>
                    </a:lnL>
                    <a:lnR cap="flat" cmpd="sng" w="9525">
                      <a:solidFill>
                        <a:srgbClr val="03A9F4"/>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rgbClr val="03A9F4"/>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b="1" lang="ko-KR" sz="1100">
                          <a:latin typeface="Malgun Gothic"/>
                          <a:ea typeface="Malgun Gothic"/>
                          <a:cs typeface="Malgun Gothic"/>
                          <a:sym typeface="Malgun Gothic"/>
                        </a:rPr>
                        <a:t>아날로그 매체와 디지털 매체를 활용하여 데이터를 시각 요소로 변환하는 과정을 설명하고, 서클 토의에 적극적으로 참여하여 매체의 효과에 공감하도록 안내한다. </a:t>
                      </a:r>
                      <a:endParaRPr b="1" sz="1100" u="none" cap="none" strike="noStrike">
                        <a:solidFill>
                          <a:schemeClr val="dk1"/>
                        </a:solidFill>
                        <a:latin typeface="Malgun Gothic"/>
                        <a:ea typeface="Malgun Gothic"/>
                        <a:cs typeface="Malgun Gothic"/>
                        <a:sym typeface="Malgun Gothic"/>
                      </a:endParaRPr>
                    </a:p>
                  </a:txBody>
                  <a:tcPr marT="45725" marB="45725" marR="91450" marL="91450" anchor="ctr">
                    <a:lnL cap="flat" cmpd="sng" w="9525">
                      <a:solidFill>
                        <a:srgbClr val="03A9F4"/>
                      </a:solidFill>
                      <a:prstDash val="solid"/>
                      <a:round/>
                      <a:headEnd len="sm" w="sm" type="none"/>
                      <a:tailEnd len="sm" w="sm" type="none"/>
                    </a:lnL>
                    <a:lnR cap="flat" cmpd="sng" w="9525">
                      <a:solidFill>
                        <a:srgbClr val="03A9F4"/>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rgbClr val="03A9F4"/>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b="1" lang="ko-KR" sz="1100">
                          <a:latin typeface="Malgun Gothic"/>
                          <a:ea typeface="Malgun Gothic"/>
                          <a:cs typeface="Malgun Gothic"/>
                          <a:sym typeface="Malgun Gothic"/>
                        </a:rPr>
                        <a:t>교사와 동료의 예시를 참고하여 데이터를 단순한 시각적 요소(크기, 색)로 변환해 보도록 돕고, 동료 평가 시 친구의 작품 의도를 경청하도록 격려한다. </a:t>
                      </a:r>
                      <a:endParaRPr b="1" sz="1100" u="none" cap="none" strike="noStrike">
                        <a:solidFill>
                          <a:schemeClr val="dk1"/>
                        </a:solidFill>
                        <a:latin typeface="Malgun Gothic"/>
                        <a:ea typeface="Malgun Gothic"/>
                        <a:cs typeface="Malgun Gothic"/>
                        <a:sym typeface="Malgun Gothic"/>
                      </a:endParaRPr>
                    </a:p>
                  </a:txBody>
                  <a:tcPr marT="45725" marB="45725" marR="91450" marL="91450" anchor="ctr">
                    <a:lnL cap="flat" cmpd="sng" w="9525">
                      <a:solidFill>
                        <a:srgbClr val="03A9F4"/>
                      </a:solidFill>
                      <a:prstDash val="solid"/>
                      <a:round/>
                      <a:headEnd len="sm" w="sm" type="none"/>
                      <a:tailEnd len="sm" w="sm" type="none"/>
                    </a:lnL>
                    <a:lnR cap="flat" cmpd="sng" w="9525">
                      <a:solidFill>
                        <a:srgbClr val="03A9F4"/>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rgbClr val="03A9F4"/>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b="1" lang="ko-KR" sz="1100">
                          <a:latin typeface="Malgun Gothic"/>
                          <a:ea typeface="Malgun Gothic"/>
                          <a:cs typeface="Malgun Gothic"/>
                          <a:sym typeface="Malgun Gothic"/>
                        </a:rPr>
                        <a:t>구상안, 아날로그 원작, 디지털 초안·수정안, 제작 기록과 전후 비교표를 분석 루브릭 및 교사 관찰 기록으로 평가한다.</a:t>
                      </a:r>
                      <a:endParaRPr b="1" sz="1100" u="none" cap="none" strike="noStrike">
                        <a:solidFill>
                          <a:schemeClr val="dk1"/>
                        </a:solidFill>
                        <a:latin typeface="Malgun Gothic"/>
                        <a:ea typeface="Malgun Gothic"/>
                        <a:cs typeface="Malgun Gothic"/>
                        <a:sym typeface="Malgun Gothic"/>
                      </a:endParaRPr>
                    </a:p>
                  </a:txBody>
                  <a:tcPr marT="45725" marB="45725" marR="91450" marL="91450" anchor="ctr">
                    <a:lnL cap="flat" cmpd="sng" w="9525">
                      <a:solidFill>
                        <a:srgbClr val="03A9F4"/>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rgbClr val="03A9F4"/>
                      </a:solidFill>
                      <a:prstDash val="solid"/>
                      <a:round/>
                      <a:headEnd len="sm" w="sm" type="none"/>
                      <a:tailEnd len="sm" w="sm" type="none"/>
                    </a:lnB>
                  </a:tcPr>
                </a:tc>
              </a:tr>
            </a:tbl>
          </a:graphicData>
        </a:graphic>
      </p:graphicFrame>
      <p:sp>
        <p:nvSpPr>
          <p:cNvPr id="383" name="Google Shape;383;g3f3b1709a98_10_6"/>
          <p:cNvSpPr/>
          <p:nvPr/>
        </p:nvSpPr>
        <p:spPr>
          <a:xfrm>
            <a:off x="9331075" y="6951152"/>
            <a:ext cx="2601000" cy="2095200"/>
          </a:xfrm>
          <a:prstGeom prst="roundRect">
            <a:avLst>
              <a:gd fmla="val 4677" name="adj"/>
            </a:avLst>
          </a:prstGeom>
          <a:solidFill>
            <a:srgbClr val="E5EBF7"/>
          </a:solidFill>
          <a:ln cap="flat" cmpd="sng" w="19050">
            <a:solidFill>
              <a:srgbClr val="2F5597"/>
            </a:solidFill>
            <a:prstDash val="solid"/>
            <a:miter lim="0"/>
            <a:headEnd len="sm" w="sm" type="none"/>
            <a:tailEnd len="sm" w="sm" type="none"/>
          </a:ln>
        </p:spPr>
        <p:txBody>
          <a:bodyPr anchorCtr="0" anchor="t" bIns="0" lIns="54000" spcFirstLastPara="1" rIns="54000" wrap="square" tIns="252000">
            <a:noAutofit/>
          </a:bodyPr>
          <a:lstStyle/>
          <a:p>
            <a:pPr indent="0" lvl="0" marL="0" rtl="0" algn="l">
              <a:lnSpc>
                <a:spcPct val="115000"/>
              </a:lnSpc>
              <a:spcBef>
                <a:spcPts val="0"/>
              </a:spcBef>
              <a:spcAft>
                <a:spcPts val="0"/>
              </a:spcAft>
              <a:buClr>
                <a:schemeClr val="dk1"/>
              </a:buClr>
              <a:buSzPts val="1100"/>
              <a:buFont typeface="Arial"/>
              <a:buNone/>
            </a:pPr>
            <a:r>
              <a:rPr lang="ko-KR" sz="1100">
                <a:solidFill>
                  <a:schemeClr val="dk1"/>
                </a:solidFill>
                <a:latin typeface="Calibri"/>
                <a:ea typeface="Calibri"/>
                <a:cs typeface="Calibri"/>
                <a:sym typeface="Calibri"/>
              </a:rPr>
              <a:t>정보 처리 시 빅데이터를 수집하고 분석하는 방법을 활용하고, 개인 정보 보호 교육을 통해 정보통신 윤리 의식을 갖도록 지도한다.</a:t>
            </a:r>
            <a:endParaRPr sz="11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ko-KR" sz="1100">
                <a:solidFill>
                  <a:schemeClr val="dk1"/>
                </a:solidFill>
                <a:latin typeface="Calibri"/>
                <a:ea typeface="Calibri"/>
                <a:cs typeface="Calibri"/>
                <a:sym typeface="Calibri"/>
              </a:rPr>
              <a:t>AI가 제시한 데이터 분석 결과와 조형적 아이디어를 맹신하지 않고 비판적 사고를 통해 자신만의 미적 맥락으로 재해석하도록 안내한다.</a:t>
            </a:r>
            <a:endParaRPr sz="1100">
              <a:solidFill>
                <a:schemeClr val="dk1"/>
              </a:solidFill>
              <a:latin typeface="Calibri"/>
              <a:ea typeface="Calibri"/>
              <a:cs typeface="Calibri"/>
              <a:sym typeface="Calibri"/>
            </a:endParaRPr>
          </a:p>
        </p:txBody>
      </p:sp>
      <p:sp>
        <p:nvSpPr>
          <p:cNvPr id="384" name="Google Shape;384;g3f3b1709a98_10_6"/>
          <p:cNvSpPr/>
          <p:nvPr/>
        </p:nvSpPr>
        <p:spPr>
          <a:xfrm>
            <a:off x="260063" y="6755625"/>
            <a:ext cx="1334700" cy="303300"/>
          </a:xfrm>
          <a:prstGeom prst="roundRect">
            <a:avLst>
              <a:gd fmla="val 50000" name="adj"/>
            </a:avLst>
          </a:prstGeom>
          <a:solidFill>
            <a:srgbClr val="2F559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ko-KR" sz="1200" u="none" cap="none" strike="noStrike">
                <a:solidFill>
                  <a:schemeClr val="lt1"/>
                </a:solidFill>
                <a:latin typeface="Calibri"/>
                <a:ea typeface="Calibri"/>
                <a:cs typeface="Calibri"/>
                <a:sym typeface="Calibri"/>
              </a:rPr>
              <a:t>과정 중심 평가</a:t>
            </a:r>
            <a:endParaRPr b="0" i="0" sz="1400" u="none" cap="none" strike="noStrike">
              <a:solidFill>
                <a:srgbClr val="000000"/>
              </a:solidFill>
              <a:latin typeface="Arial"/>
              <a:ea typeface="Arial"/>
              <a:cs typeface="Arial"/>
              <a:sym typeface="Arial"/>
            </a:endParaRPr>
          </a:p>
        </p:txBody>
      </p:sp>
      <p:grpSp>
        <p:nvGrpSpPr>
          <p:cNvPr id="385" name="Google Shape;385;g3f3b1709a98_10_6"/>
          <p:cNvGrpSpPr/>
          <p:nvPr/>
        </p:nvGrpSpPr>
        <p:grpSpPr>
          <a:xfrm>
            <a:off x="9463309" y="6755625"/>
            <a:ext cx="2342269" cy="433172"/>
            <a:chOff x="9163049" y="6446689"/>
            <a:chExt cx="2342269" cy="433172"/>
          </a:xfrm>
        </p:grpSpPr>
        <p:sp>
          <p:nvSpPr>
            <p:cNvPr id="386" name="Google Shape;386;g3f3b1709a98_10_6"/>
            <p:cNvSpPr/>
            <p:nvPr/>
          </p:nvSpPr>
          <p:spPr>
            <a:xfrm>
              <a:off x="9463518" y="6498067"/>
              <a:ext cx="2041800" cy="303300"/>
            </a:xfrm>
            <a:prstGeom prst="roundRect">
              <a:avLst>
                <a:gd fmla="val 50000" name="adj"/>
              </a:avLst>
            </a:prstGeom>
            <a:solidFill>
              <a:srgbClr val="2F5597"/>
            </a:solidFill>
            <a:ln>
              <a:noFill/>
            </a:ln>
          </p:spPr>
          <p:txBody>
            <a:bodyPr anchorCtr="0" anchor="ctr" bIns="0" lIns="14400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ko-KR" sz="1200" u="none" cap="none" strike="noStrike">
                  <a:solidFill>
                    <a:schemeClr val="lt1"/>
                  </a:solidFill>
                  <a:latin typeface="Calibri"/>
                  <a:ea typeface="Calibri"/>
                  <a:cs typeface="Calibri"/>
                  <a:sym typeface="Calibri"/>
                </a:rPr>
                <a:t>AI·디지털 활용 유의사항</a:t>
              </a:r>
              <a:endParaRPr b="0" i="0" sz="1400" u="none" cap="none" strike="noStrike">
                <a:solidFill>
                  <a:srgbClr val="000000"/>
                </a:solidFill>
                <a:latin typeface="Arial"/>
                <a:ea typeface="Arial"/>
                <a:cs typeface="Arial"/>
                <a:sym typeface="Arial"/>
              </a:endParaRPr>
            </a:p>
          </p:txBody>
        </p:sp>
        <p:pic>
          <p:nvPicPr>
            <p:cNvPr id="387" name="Google Shape;387;g3f3b1709a98_10_6"/>
            <p:cNvPicPr preferRelativeResize="0"/>
            <p:nvPr/>
          </p:nvPicPr>
          <p:blipFill rotWithShape="1">
            <a:blip r:embed="rId5">
              <a:alphaModFix/>
            </a:blip>
            <a:srcRect b="0" l="0" r="0" t="0"/>
            <a:stretch/>
          </p:blipFill>
          <p:spPr>
            <a:xfrm flipH="1">
              <a:off x="9163049" y="6446689"/>
              <a:ext cx="433174" cy="433172"/>
            </a:xfrm>
            <a:prstGeom prst="rect">
              <a:avLst/>
            </a:prstGeom>
            <a:noFill/>
            <a:ln>
              <a:noFill/>
            </a:ln>
          </p:spPr>
        </p:pic>
      </p:grpSp>
      <p:grpSp>
        <p:nvGrpSpPr>
          <p:cNvPr id="388" name="Google Shape;388;g3f3b1709a98_10_6"/>
          <p:cNvGrpSpPr/>
          <p:nvPr/>
        </p:nvGrpSpPr>
        <p:grpSpPr>
          <a:xfrm>
            <a:off x="266600" y="3658959"/>
            <a:ext cx="467185" cy="480012"/>
            <a:chOff x="266600" y="3658959"/>
            <a:chExt cx="467185" cy="480012"/>
          </a:xfrm>
        </p:grpSpPr>
        <p:sp>
          <p:nvSpPr>
            <p:cNvPr id="389" name="Google Shape;389;g3f3b1709a98_10_6"/>
            <p:cNvSpPr txBox="1"/>
            <p:nvPr/>
          </p:nvSpPr>
          <p:spPr>
            <a:xfrm>
              <a:off x="358108" y="3954171"/>
              <a:ext cx="307800" cy="1848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200"/>
                <a:buFont typeface="Arial"/>
                <a:buNone/>
              </a:pPr>
              <a:r>
                <a:rPr b="1" i="0" lang="ko-KR" sz="1200" u="none" cap="none" strike="noStrike">
                  <a:solidFill>
                    <a:schemeClr val="dk1"/>
                  </a:solidFill>
                  <a:latin typeface="Calibri"/>
                  <a:ea typeface="Calibri"/>
                  <a:cs typeface="Calibri"/>
                  <a:sym typeface="Calibri"/>
                </a:rPr>
                <a:t>전체</a:t>
              </a:r>
              <a:endParaRPr b="0" i="0" sz="1400" u="none" cap="none" strike="noStrike">
                <a:solidFill>
                  <a:srgbClr val="000000"/>
                </a:solidFill>
                <a:latin typeface="Arial"/>
                <a:ea typeface="Arial"/>
                <a:cs typeface="Arial"/>
                <a:sym typeface="Arial"/>
              </a:endParaRPr>
            </a:p>
          </p:txBody>
        </p:sp>
        <p:pic>
          <p:nvPicPr>
            <p:cNvPr id="390" name="Google Shape;390;g3f3b1709a98_10_6"/>
            <p:cNvPicPr preferRelativeResize="0"/>
            <p:nvPr/>
          </p:nvPicPr>
          <p:blipFill rotWithShape="1">
            <a:blip r:embed="rId6">
              <a:alphaModFix/>
            </a:blip>
            <a:srcRect b="44561" l="0" r="0" t="0"/>
            <a:stretch/>
          </p:blipFill>
          <p:spPr>
            <a:xfrm>
              <a:off x="266600" y="3658959"/>
              <a:ext cx="467185" cy="258992"/>
            </a:xfrm>
            <a:prstGeom prst="rect">
              <a:avLst/>
            </a:prstGeom>
            <a:noFill/>
            <a:ln>
              <a:noFill/>
            </a:ln>
          </p:spPr>
        </p:pic>
      </p:grpSp>
      <p:graphicFrame>
        <p:nvGraphicFramePr>
          <p:cNvPr id="391" name="Google Shape;391;g3f3b1709a98_10_6"/>
          <p:cNvGraphicFramePr/>
          <p:nvPr/>
        </p:nvGraphicFramePr>
        <p:xfrm>
          <a:off x="248901" y="818349"/>
          <a:ext cx="3000000" cy="3000000"/>
        </p:xfrm>
        <a:graphic>
          <a:graphicData uri="http://schemas.openxmlformats.org/drawingml/2006/table">
            <a:tbl>
              <a:tblPr bandRow="1" firstRow="1">
                <a:noFill/>
                <a:tableStyleId>{04B63DE1-978C-42A9-A24A-B7FF7C6908ED}</a:tableStyleId>
              </a:tblPr>
              <a:tblGrid>
                <a:gridCol w="843625"/>
                <a:gridCol w="1070800"/>
                <a:gridCol w="769425"/>
                <a:gridCol w="1884575"/>
                <a:gridCol w="624475"/>
                <a:gridCol w="915175"/>
                <a:gridCol w="1001475"/>
                <a:gridCol w="2343100"/>
                <a:gridCol w="936700"/>
                <a:gridCol w="1304825"/>
              </a:tblGrid>
              <a:tr h="167975">
                <a:tc>
                  <a:txBody>
                    <a:bodyPr/>
                    <a:lstStyle/>
                    <a:p>
                      <a:pPr indent="0" lvl="0" marL="0" marR="0" rtl="0" algn="ctr">
                        <a:lnSpc>
                          <a:spcPct val="100000"/>
                        </a:lnSpc>
                        <a:spcBef>
                          <a:spcPts val="0"/>
                        </a:spcBef>
                        <a:spcAft>
                          <a:spcPts val="0"/>
                        </a:spcAft>
                        <a:buClr>
                          <a:srgbClr val="000000"/>
                        </a:buClr>
                        <a:buSzPts val="1100"/>
                        <a:buFont typeface="Arial"/>
                        <a:buNone/>
                      </a:pPr>
                      <a:r>
                        <a:rPr b="1" lang="ko-KR" sz="1100" u="none" cap="none" strike="noStrike">
                          <a:solidFill>
                            <a:schemeClr val="lt1"/>
                          </a:solidFill>
                          <a:latin typeface="Malgun Gothic"/>
                          <a:ea typeface="Malgun Gothic"/>
                          <a:cs typeface="Malgun Gothic"/>
                          <a:sym typeface="Malgun Gothic"/>
                        </a:rPr>
                        <a:t>학년-학기</a:t>
                      </a:r>
                      <a:endParaRPr sz="1400" u="none" cap="none" strike="noStrike"/>
                    </a:p>
                  </a:txBody>
                  <a:tcPr marT="45725" marB="45725" marR="0" marL="0" anchor="ctr">
                    <a:lnL cap="flat" cmpd="sng" w="9525">
                      <a:solidFill>
                        <a:srgbClr val="000000">
                          <a:alpha val="0"/>
                        </a:srgbClr>
                      </a:solidFill>
                      <a:prstDash val="solid"/>
                      <a:round/>
                      <a:headEnd len="sm" w="sm" type="none"/>
                      <a:tailEnd len="sm" w="sm" type="none"/>
                    </a:lnL>
                    <a:lnR cap="flat" cmpd="sng" w="9525">
                      <a:solidFill>
                        <a:srgbClr val="03A9F4"/>
                      </a:solidFill>
                      <a:prstDash val="solid"/>
                      <a:round/>
                      <a:headEnd len="sm" w="sm" type="none"/>
                      <a:tailEnd len="sm" w="sm" type="none"/>
                    </a:lnR>
                    <a:lnT cap="flat" cmpd="sng" w="19050">
                      <a:solidFill>
                        <a:srgbClr val="03A9F4"/>
                      </a:solidFill>
                      <a:prstDash val="solid"/>
                      <a:round/>
                      <a:headEnd len="sm" w="sm" type="none"/>
                      <a:tailEnd len="sm" w="sm" type="none"/>
                    </a:lnT>
                    <a:lnB cap="flat" cmpd="sng" w="9525">
                      <a:solidFill>
                        <a:schemeClr val="lt1"/>
                      </a:solidFill>
                      <a:prstDash val="solid"/>
                      <a:round/>
                      <a:headEnd len="sm" w="sm" type="none"/>
                      <a:tailEnd len="sm" w="sm" type="none"/>
                    </a:lnB>
                    <a:solidFill>
                      <a:srgbClr val="03A9F4"/>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1" lang="ko-KR" sz="1100">
                          <a:latin typeface="Malgun Gothic"/>
                          <a:ea typeface="Malgun Gothic"/>
                          <a:cs typeface="Malgun Gothic"/>
                          <a:sym typeface="Malgun Gothic"/>
                        </a:rPr>
                        <a:t>3학년 1학기</a:t>
                      </a:r>
                      <a:endParaRPr b="1" sz="1100" u="none" cap="none" strike="noStrike">
                        <a:solidFill>
                          <a:schemeClr val="dk1"/>
                        </a:solidFill>
                        <a:latin typeface="Malgun Gothic"/>
                        <a:ea typeface="Malgun Gothic"/>
                        <a:cs typeface="Malgun Gothic"/>
                        <a:sym typeface="Malgun Gothic"/>
                      </a:endParaRPr>
                    </a:p>
                  </a:txBody>
                  <a:tcPr marT="45725" marB="45725" marR="90000" marL="90000" anchor="ctr">
                    <a:lnL cap="flat" cmpd="sng" w="9525">
                      <a:solidFill>
                        <a:srgbClr val="03A9F4"/>
                      </a:solidFill>
                      <a:prstDash val="solid"/>
                      <a:round/>
                      <a:headEnd len="sm" w="sm" type="none"/>
                      <a:tailEnd len="sm" w="sm" type="none"/>
                    </a:lnL>
                    <a:lnR cap="flat" cmpd="sng" w="9525">
                      <a:solidFill>
                        <a:srgbClr val="03A9F4"/>
                      </a:solidFill>
                      <a:prstDash val="solid"/>
                      <a:round/>
                      <a:headEnd len="sm" w="sm" type="none"/>
                      <a:tailEnd len="sm" w="sm" type="none"/>
                    </a:lnR>
                    <a:lnT cap="flat" cmpd="sng" w="19050">
                      <a:solidFill>
                        <a:srgbClr val="03A9F4"/>
                      </a:solidFill>
                      <a:prstDash val="solid"/>
                      <a:round/>
                      <a:headEnd len="sm" w="sm" type="none"/>
                      <a:tailEnd len="sm" w="sm" type="none"/>
                    </a:lnT>
                    <a:lnB cap="flat" cmpd="sng" w="9525">
                      <a:solidFill>
                        <a:srgbClr val="03A9F4"/>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1" lang="ko-KR" sz="1100" u="none" cap="none" strike="noStrike">
                          <a:solidFill>
                            <a:schemeClr val="lt1"/>
                          </a:solidFill>
                          <a:latin typeface="Malgun Gothic"/>
                          <a:ea typeface="Malgun Gothic"/>
                          <a:cs typeface="Malgun Gothic"/>
                          <a:sym typeface="Malgun Gothic"/>
                        </a:rPr>
                        <a:t>단원</a:t>
                      </a:r>
                      <a:endParaRPr sz="1400" u="none" cap="none" strike="noStrike"/>
                    </a:p>
                  </a:txBody>
                  <a:tcPr marT="45725" marB="45725" marR="0" marL="0" anchor="ctr">
                    <a:lnL cap="flat" cmpd="sng" w="9525">
                      <a:solidFill>
                        <a:srgbClr val="03A9F4"/>
                      </a:solidFill>
                      <a:prstDash val="solid"/>
                      <a:round/>
                      <a:headEnd len="sm" w="sm" type="none"/>
                      <a:tailEnd len="sm" w="sm" type="none"/>
                    </a:lnL>
                    <a:lnR cap="flat" cmpd="sng" w="9525">
                      <a:solidFill>
                        <a:srgbClr val="03A9F4"/>
                      </a:solidFill>
                      <a:prstDash val="solid"/>
                      <a:round/>
                      <a:headEnd len="sm" w="sm" type="none"/>
                      <a:tailEnd len="sm" w="sm" type="none"/>
                    </a:lnR>
                    <a:lnT cap="flat" cmpd="sng" w="19050">
                      <a:solidFill>
                        <a:srgbClr val="03A9F4"/>
                      </a:solidFill>
                      <a:prstDash val="solid"/>
                      <a:round/>
                      <a:headEnd len="sm" w="sm" type="none"/>
                      <a:tailEnd len="sm" w="sm" type="none"/>
                    </a:lnT>
                    <a:lnB cap="flat" cmpd="sng" w="9525">
                      <a:solidFill>
                        <a:srgbClr val="03A9F4"/>
                      </a:solidFill>
                      <a:prstDash val="solid"/>
                      <a:round/>
                      <a:headEnd len="sm" w="sm" type="none"/>
                      <a:tailEnd len="sm" w="sm" type="none"/>
                    </a:lnB>
                    <a:solidFill>
                      <a:srgbClr val="03A9F4"/>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1" lang="ko-KR" sz="1100">
                          <a:latin typeface="Malgun Gothic"/>
                          <a:ea typeface="Malgun Gothic"/>
                          <a:cs typeface="Malgun Gothic"/>
                          <a:sym typeface="Malgun Gothic"/>
                        </a:rPr>
                        <a:t>매체의 활용</a:t>
                      </a:r>
                      <a:endParaRPr b="1" sz="1100" u="none" cap="none" strike="noStrike">
                        <a:solidFill>
                          <a:schemeClr val="dk1"/>
                        </a:solidFill>
                        <a:latin typeface="Malgun Gothic"/>
                        <a:ea typeface="Malgun Gothic"/>
                        <a:cs typeface="Malgun Gothic"/>
                        <a:sym typeface="Malgun Gothic"/>
                      </a:endParaRPr>
                    </a:p>
                  </a:txBody>
                  <a:tcPr marT="45725" marB="45725" marR="90000" marL="90000" anchor="ctr">
                    <a:lnL cap="flat" cmpd="sng" w="9525">
                      <a:solidFill>
                        <a:srgbClr val="03A9F4"/>
                      </a:solidFill>
                      <a:prstDash val="solid"/>
                      <a:round/>
                      <a:headEnd len="sm" w="sm" type="none"/>
                      <a:tailEnd len="sm" w="sm" type="none"/>
                    </a:lnL>
                    <a:lnR cap="flat" cmpd="sng" w="9525">
                      <a:solidFill>
                        <a:srgbClr val="03A9F4"/>
                      </a:solidFill>
                      <a:prstDash val="solid"/>
                      <a:round/>
                      <a:headEnd len="sm" w="sm" type="none"/>
                      <a:tailEnd len="sm" w="sm" type="none"/>
                    </a:lnR>
                    <a:lnT cap="flat" cmpd="sng" w="19050">
                      <a:solidFill>
                        <a:srgbClr val="03A9F4"/>
                      </a:solidFill>
                      <a:prstDash val="solid"/>
                      <a:round/>
                      <a:headEnd len="sm" w="sm" type="none"/>
                      <a:tailEnd len="sm" w="sm" type="none"/>
                    </a:lnT>
                    <a:lnB cap="flat" cmpd="sng" w="9525">
                      <a:solidFill>
                        <a:srgbClr val="03A9F4"/>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1" lang="ko-KR" sz="1100" u="none" cap="none" strike="noStrike">
                          <a:solidFill>
                            <a:schemeClr val="lt1"/>
                          </a:solidFill>
                          <a:latin typeface="Malgun Gothic"/>
                          <a:ea typeface="Malgun Gothic"/>
                          <a:cs typeface="Malgun Gothic"/>
                          <a:sym typeface="Malgun Gothic"/>
                        </a:rPr>
                        <a:t>차시</a:t>
                      </a:r>
                      <a:endParaRPr sz="1400" u="none" cap="none" strike="noStrike"/>
                    </a:p>
                  </a:txBody>
                  <a:tcPr marT="45725" marB="45725" marR="0" marL="0" anchor="ctr">
                    <a:lnL cap="flat" cmpd="sng" w="9525">
                      <a:solidFill>
                        <a:srgbClr val="03A9F4"/>
                      </a:solidFill>
                      <a:prstDash val="solid"/>
                      <a:round/>
                      <a:headEnd len="sm" w="sm" type="none"/>
                      <a:tailEnd len="sm" w="sm" type="none"/>
                    </a:lnL>
                    <a:lnR cap="flat" cmpd="sng" w="9525">
                      <a:solidFill>
                        <a:srgbClr val="03A9F4"/>
                      </a:solidFill>
                      <a:prstDash val="solid"/>
                      <a:round/>
                      <a:headEnd len="sm" w="sm" type="none"/>
                      <a:tailEnd len="sm" w="sm" type="none"/>
                    </a:lnR>
                    <a:lnT cap="flat" cmpd="sng" w="19050">
                      <a:solidFill>
                        <a:srgbClr val="03A9F4"/>
                      </a:solidFill>
                      <a:prstDash val="solid"/>
                      <a:round/>
                      <a:headEnd len="sm" w="sm" type="none"/>
                      <a:tailEnd len="sm" w="sm" type="none"/>
                    </a:lnT>
                    <a:lnB cap="flat" cmpd="sng" w="9525">
                      <a:solidFill>
                        <a:srgbClr val="03A9F4"/>
                      </a:solidFill>
                      <a:prstDash val="solid"/>
                      <a:round/>
                      <a:headEnd len="sm" w="sm" type="none"/>
                      <a:tailEnd len="sm" w="sm" type="none"/>
                    </a:lnB>
                    <a:solidFill>
                      <a:srgbClr val="03A9F4"/>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1" lang="ko-KR" sz="1100">
                          <a:latin typeface="Malgun Gothic"/>
                          <a:ea typeface="Malgun Gothic"/>
                          <a:cs typeface="Malgun Gothic"/>
                          <a:sym typeface="Malgun Gothic"/>
                        </a:rPr>
                        <a:t>1~2/4</a:t>
                      </a:r>
                      <a:endParaRPr b="1" sz="1100" u="none" cap="none" strike="noStrike">
                        <a:solidFill>
                          <a:schemeClr val="dk1"/>
                        </a:solidFill>
                        <a:latin typeface="Malgun Gothic"/>
                        <a:ea typeface="Malgun Gothic"/>
                        <a:cs typeface="Malgun Gothic"/>
                        <a:sym typeface="Malgun Gothic"/>
                      </a:endParaRPr>
                    </a:p>
                  </a:txBody>
                  <a:tcPr marT="45725" marB="45725" marR="90000" marL="90000" anchor="ctr">
                    <a:lnL cap="flat" cmpd="sng" w="9525">
                      <a:solidFill>
                        <a:srgbClr val="03A9F4"/>
                      </a:solidFill>
                      <a:prstDash val="solid"/>
                      <a:round/>
                      <a:headEnd len="sm" w="sm" type="none"/>
                      <a:tailEnd len="sm" w="sm" type="none"/>
                    </a:lnL>
                    <a:lnR cap="flat" cmpd="sng" w="9525">
                      <a:solidFill>
                        <a:srgbClr val="03A9F4"/>
                      </a:solidFill>
                      <a:prstDash val="solid"/>
                      <a:round/>
                      <a:headEnd len="sm" w="sm" type="none"/>
                      <a:tailEnd len="sm" w="sm" type="none"/>
                    </a:lnR>
                    <a:lnT cap="flat" cmpd="sng" w="19050">
                      <a:solidFill>
                        <a:srgbClr val="03A9F4"/>
                      </a:solidFill>
                      <a:prstDash val="solid"/>
                      <a:round/>
                      <a:headEnd len="sm" w="sm" type="none"/>
                      <a:tailEnd len="sm" w="sm" type="none"/>
                    </a:lnT>
                    <a:lnB cap="flat" cmpd="sng" w="9525">
                      <a:solidFill>
                        <a:srgbClr val="03A9F4"/>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1" lang="ko-KR" sz="1100" u="none" cap="none" strike="noStrike">
                          <a:solidFill>
                            <a:schemeClr val="lt1"/>
                          </a:solidFill>
                          <a:latin typeface="Malgun Gothic"/>
                          <a:ea typeface="Malgun Gothic"/>
                          <a:cs typeface="Malgun Gothic"/>
                          <a:sym typeface="Malgun Gothic"/>
                        </a:rPr>
                        <a:t>대상</a:t>
                      </a:r>
                      <a:endParaRPr sz="1400" u="none" cap="none" strike="noStrike"/>
                    </a:p>
                  </a:txBody>
                  <a:tcPr marT="45725" marB="45725" marR="0" marL="0" anchor="ctr">
                    <a:lnL cap="flat" cmpd="sng" w="9525">
                      <a:solidFill>
                        <a:srgbClr val="03A9F4"/>
                      </a:solidFill>
                      <a:prstDash val="solid"/>
                      <a:round/>
                      <a:headEnd len="sm" w="sm" type="none"/>
                      <a:tailEnd len="sm" w="sm" type="none"/>
                    </a:lnL>
                    <a:lnR cap="flat" cmpd="sng" w="9525">
                      <a:solidFill>
                        <a:srgbClr val="03A9F4"/>
                      </a:solidFill>
                      <a:prstDash val="solid"/>
                      <a:round/>
                      <a:headEnd len="sm" w="sm" type="none"/>
                      <a:tailEnd len="sm" w="sm" type="none"/>
                    </a:lnR>
                    <a:lnT cap="flat" cmpd="sng" w="19050">
                      <a:solidFill>
                        <a:srgbClr val="03A9F4"/>
                      </a:solidFill>
                      <a:prstDash val="solid"/>
                      <a:round/>
                      <a:headEnd len="sm" w="sm" type="none"/>
                      <a:tailEnd len="sm" w="sm" type="none"/>
                    </a:lnT>
                    <a:lnB cap="flat" cmpd="sng" w="9525">
                      <a:solidFill>
                        <a:schemeClr val="lt1"/>
                      </a:solidFill>
                      <a:prstDash val="solid"/>
                      <a:round/>
                      <a:headEnd len="sm" w="sm" type="none"/>
                      <a:tailEnd len="sm" w="sm" type="none"/>
                    </a:lnB>
                    <a:solidFill>
                      <a:srgbClr val="03A9F4"/>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1" lang="ko-KR" sz="1100">
                          <a:latin typeface="Malgun Gothic"/>
                          <a:ea typeface="Malgun Gothic"/>
                          <a:cs typeface="Malgun Gothic"/>
                          <a:sym typeface="Malgun Gothic"/>
                        </a:rPr>
                        <a:t>고 3학년</a:t>
                      </a:r>
                      <a:endParaRPr b="1" sz="1100" u="none" cap="none" strike="noStrike">
                        <a:solidFill>
                          <a:schemeClr val="dk1"/>
                        </a:solidFill>
                        <a:latin typeface="Malgun Gothic"/>
                        <a:ea typeface="Malgun Gothic"/>
                        <a:cs typeface="Malgun Gothic"/>
                        <a:sym typeface="Malgun Gothic"/>
                      </a:endParaRPr>
                    </a:p>
                  </a:txBody>
                  <a:tcPr marT="45725" marB="45725" marR="90000" marL="90000" anchor="ctr">
                    <a:lnL cap="flat" cmpd="sng" w="9525">
                      <a:solidFill>
                        <a:srgbClr val="03A9F4"/>
                      </a:solidFill>
                      <a:prstDash val="solid"/>
                      <a:round/>
                      <a:headEnd len="sm" w="sm" type="none"/>
                      <a:tailEnd len="sm" w="sm" type="none"/>
                    </a:lnL>
                    <a:lnR cap="flat" cmpd="sng" w="9525">
                      <a:solidFill>
                        <a:srgbClr val="03A9F4"/>
                      </a:solidFill>
                      <a:prstDash val="solid"/>
                      <a:round/>
                      <a:headEnd len="sm" w="sm" type="none"/>
                      <a:tailEnd len="sm" w="sm" type="none"/>
                    </a:lnR>
                    <a:lnT cap="flat" cmpd="sng" w="19050">
                      <a:solidFill>
                        <a:srgbClr val="03A9F4"/>
                      </a:solidFill>
                      <a:prstDash val="solid"/>
                      <a:round/>
                      <a:headEnd len="sm" w="sm" type="none"/>
                      <a:tailEnd len="sm" w="sm" type="none"/>
                    </a:lnT>
                    <a:lnB cap="flat" cmpd="sng" w="9525">
                      <a:solidFill>
                        <a:srgbClr val="03A9F4"/>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1" lang="ko-KR" sz="1100" u="none" cap="none" strike="noStrike">
                          <a:solidFill>
                            <a:schemeClr val="lt1"/>
                          </a:solidFill>
                          <a:latin typeface="Malgun Gothic"/>
                          <a:ea typeface="Malgun Gothic"/>
                          <a:cs typeface="Malgun Gothic"/>
                          <a:sym typeface="Malgun Gothic"/>
                        </a:rPr>
                        <a:t>지도교사</a:t>
                      </a:r>
                      <a:endParaRPr sz="1400" u="none" cap="none" strike="noStrike"/>
                    </a:p>
                  </a:txBody>
                  <a:tcPr marT="45725" marB="45725" marR="0" marL="0" anchor="ctr">
                    <a:lnL cap="flat" cmpd="sng" w="9525">
                      <a:solidFill>
                        <a:srgbClr val="03A9F4"/>
                      </a:solidFill>
                      <a:prstDash val="solid"/>
                      <a:round/>
                      <a:headEnd len="sm" w="sm" type="none"/>
                      <a:tailEnd len="sm" w="sm" type="none"/>
                    </a:lnL>
                    <a:lnR cap="flat" cmpd="sng" w="9525">
                      <a:solidFill>
                        <a:srgbClr val="03A9F4"/>
                      </a:solidFill>
                      <a:prstDash val="solid"/>
                      <a:round/>
                      <a:headEnd len="sm" w="sm" type="none"/>
                      <a:tailEnd len="sm" w="sm" type="none"/>
                    </a:lnR>
                    <a:lnT cap="flat" cmpd="sng" w="19050">
                      <a:solidFill>
                        <a:srgbClr val="03A9F4"/>
                      </a:solidFill>
                      <a:prstDash val="solid"/>
                      <a:round/>
                      <a:headEnd len="sm" w="sm" type="none"/>
                      <a:tailEnd len="sm" w="sm" type="none"/>
                    </a:lnT>
                    <a:lnB cap="flat" cmpd="sng" w="9525">
                      <a:solidFill>
                        <a:srgbClr val="03A9F4"/>
                      </a:solidFill>
                      <a:prstDash val="solid"/>
                      <a:round/>
                      <a:headEnd len="sm" w="sm" type="none"/>
                      <a:tailEnd len="sm" w="sm" type="none"/>
                    </a:lnB>
                    <a:solidFill>
                      <a:srgbClr val="03A9F4"/>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1" lang="ko-KR" sz="1100">
                          <a:latin typeface="Malgun Gothic"/>
                          <a:ea typeface="Malgun Gothic"/>
                          <a:cs typeface="Malgun Gothic"/>
                          <a:sym typeface="Malgun Gothic"/>
                        </a:rPr>
                        <a:t>현용안</a:t>
                      </a:r>
                      <a:endParaRPr b="1" sz="1100" u="none" cap="none" strike="noStrike">
                        <a:latin typeface="Malgun Gothic"/>
                        <a:ea typeface="Malgun Gothic"/>
                        <a:cs typeface="Malgun Gothic"/>
                        <a:sym typeface="Malgun Gothic"/>
                      </a:endParaRPr>
                    </a:p>
                  </a:txBody>
                  <a:tcPr marT="45725" marB="45725" marR="90000" marL="90000" anchor="ctr">
                    <a:lnL cap="flat" cmpd="sng" w="9525">
                      <a:solidFill>
                        <a:srgbClr val="03A9F4"/>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9050">
                      <a:solidFill>
                        <a:srgbClr val="03A9F4"/>
                      </a:solidFill>
                      <a:prstDash val="solid"/>
                      <a:round/>
                      <a:headEnd len="sm" w="sm" type="none"/>
                      <a:tailEnd len="sm" w="sm" type="none"/>
                    </a:lnT>
                    <a:lnB cap="flat" cmpd="sng" w="9525">
                      <a:solidFill>
                        <a:srgbClr val="03A9F4"/>
                      </a:solidFill>
                      <a:prstDash val="solid"/>
                      <a:round/>
                      <a:headEnd len="sm" w="sm" type="none"/>
                      <a:tailEnd len="sm" w="sm" type="none"/>
                    </a:lnB>
                    <a:solidFill>
                      <a:schemeClr val="lt1"/>
                    </a:solidFill>
                  </a:tcPr>
                </a:tc>
              </a:tr>
              <a:tr h="100000">
                <a:tc>
                  <a:txBody>
                    <a:bodyPr/>
                    <a:lstStyle/>
                    <a:p>
                      <a:pPr indent="0" lvl="0" marL="0" marR="0" rtl="0" algn="ctr">
                        <a:lnSpc>
                          <a:spcPct val="100000"/>
                        </a:lnSpc>
                        <a:spcBef>
                          <a:spcPts val="0"/>
                        </a:spcBef>
                        <a:spcAft>
                          <a:spcPts val="0"/>
                        </a:spcAft>
                        <a:buClr>
                          <a:srgbClr val="000000"/>
                        </a:buClr>
                        <a:buSzPts val="1100"/>
                        <a:buFont typeface="Arial"/>
                        <a:buNone/>
                      </a:pPr>
                      <a:r>
                        <a:rPr b="1" lang="ko-KR" sz="1100" u="none" cap="none" strike="noStrike">
                          <a:solidFill>
                            <a:schemeClr val="lt1"/>
                          </a:solidFill>
                          <a:latin typeface="Malgun Gothic"/>
                          <a:ea typeface="Malgun Gothic"/>
                          <a:cs typeface="Malgun Gothic"/>
                          <a:sym typeface="Malgun Gothic"/>
                        </a:rPr>
                        <a:t>수업 주제</a:t>
                      </a:r>
                      <a:endParaRPr sz="1400" u="none" cap="none" strike="noStrike"/>
                    </a:p>
                  </a:txBody>
                  <a:tcPr marT="45725" marB="45725" marR="0" marL="0" anchor="ctr">
                    <a:lnL cap="flat" cmpd="sng" w="9525">
                      <a:solidFill>
                        <a:srgbClr val="000000">
                          <a:alpha val="0"/>
                        </a:srgbClr>
                      </a:solidFill>
                      <a:prstDash val="solid"/>
                      <a:round/>
                      <a:headEnd len="sm" w="sm" type="none"/>
                      <a:tailEnd len="sm" w="sm" type="none"/>
                    </a:lnL>
                    <a:lnR cap="flat" cmpd="sng" w="9525">
                      <a:solidFill>
                        <a:srgbClr val="03A9F4"/>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03A9F4"/>
                    </a:solidFill>
                  </a:tcPr>
                </a:tc>
                <a:tc gridSpan="5">
                  <a:txBody>
                    <a:bodyPr/>
                    <a:lstStyle/>
                    <a:p>
                      <a:pPr indent="0" lvl="0" marL="0" marR="0" rtl="0" algn="l">
                        <a:lnSpc>
                          <a:spcPct val="100000"/>
                        </a:lnSpc>
                        <a:spcBef>
                          <a:spcPts val="0"/>
                        </a:spcBef>
                        <a:spcAft>
                          <a:spcPts val="0"/>
                        </a:spcAft>
                        <a:buClr>
                          <a:schemeClr val="dk1"/>
                        </a:buClr>
                        <a:buSzPts val="1100"/>
                        <a:buFont typeface="Calibri"/>
                        <a:buNone/>
                      </a:pPr>
                      <a:r>
                        <a:rPr b="1" lang="ko-KR" sz="1100">
                          <a:latin typeface="Malgun Gothic"/>
                          <a:ea typeface="Malgun Gothic"/>
                          <a:cs typeface="Malgun Gothic"/>
                          <a:sym typeface="Malgun Gothic"/>
                        </a:rPr>
                        <a:t>지역 공공데이터와 AI를 융합한 인터랙티브 모빌 아트 제작 및 서클 나눔 </a:t>
                      </a:r>
                      <a:endParaRPr b="1" sz="1100" u="none" cap="none" strike="noStrike">
                        <a:solidFill>
                          <a:schemeClr val="dk1"/>
                        </a:solidFill>
                        <a:latin typeface="Malgun Gothic"/>
                        <a:ea typeface="Malgun Gothic"/>
                        <a:cs typeface="Malgun Gothic"/>
                        <a:sym typeface="Malgun Gothic"/>
                      </a:endParaRPr>
                    </a:p>
                  </a:txBody>
                  <a:tcPr marT="45725" marB="45725" marR="90000" marL="90000" anchor="ctr">
                    <a:lnL cap="flat" cmpd="sng" w="9525">
                      <a:solidFill>
                        <a:srgbClr val="03A9F4"/>
                      </a:solidFill>
                      <a:prstDash val="solid"/>
                      <a:round/>
                      <a:headEnd len="sm" w="sm" type="none"/>
                      <a:tailEnd len="sm" w="sm" type="none"/>
                    </a:lnL>
                    <a:lnR cap="flat" cmpd="sng" w="9525">
                      <a:solidFill>
                        <a:srgbClr val="03A9F4"/>
                      </a:solidFill>
                      <a:prstDash val="solid"/>
                      <a:round/>
                      <a:headEnd len="sm" w="sm" type="none"/>
                      <a:tailEnd len="sm" w="sm" type="none"/>
                    </a:lnR>
                    <a:lnT cap="flat" cmpd="sng" w="9525">
                      <a:solidFill>
                        <a:srgbClr val="03A9F4"/>
                      </a:solidFill>
                      <a:prstDash val="solid"/>
                      <a:round/>
                      <a:headEnd len="sm" w="sm" type="none"/>
                      <a:tailEnd len="sm" w="sm" type="none"/>
                    </a:lnT>
                    <a:lnB cap="flat" cmpd="sng" w="9525">
                      <a:solidFill>
                        <a:srgbClr val="03A9F4"/>
                      </a:solidFill>
                      <a:prstDash val="solid"/>
                      <a:round/>
                      <a:headEnd len="sm" w="sm" type="none"/>
                      <a:tailEnd len="sm" w="sm" type="none"/>
                    </a:lnB>
                    <a:solidFill>
                      <a:schemeClr val="lt1"/>
                    </a:solidFill>
                  </a:tcPr>
                </a:tc>
                <a:tc hMerge="1"/>
                <a:tc hMerge="1"/>
                <a:tc hMerge="1"/>
                <a:tc hMerge="1"/>
                <a:tc>
                  <a:txBody>
                    <a:bodyPr/>
                    <a:lstStyle/>
                    <a:p>
                      <a:pPr indent="0" lvl="0" marL="0" marR="0" rtl="0" algn="ctr">
                        <a:lnSpc>
                          <a:spcPct val="100000"/>
                        </a:lnSpc>
                        <a:spcBef>
                          <a:spcPts val="0"/>
                        </a:spcBef>
                        <a:spcAft>
                          <a:spcPts val="0"/>
                        </a:spcAft>
                        <a:buClr>
                          <a:srgbClr val="000000"/>
                        </a:buClr>
                        <a:buSzPts val="1100"/>
                        <a:buFont typeface="Arial"/>
                        <a:buNone/>
                      </a:pPr>
                      <a:r>
                        <a:rPr b="1" lang="ko-KR" sz="1100" u="none" cap="none" strike="noStrike">
                          <a:solidFill>
                            <a:schemeClr val="lt1"/>
                          </a:solidFill>
                          <a:latin typeface="Malgun Gothic"/>
                          <a:ea typeface="Malgun Gothic"/>
                          <a:cs typeface="Malgun Gothic"/>
                          <a:sym typeface="Malgun Gothic"/>
                        </a:rPr>
                        <a:t>성취기준</a:t>
                      </a:r>
                      <a:endParaRPr sz="1400" u="none" cap="none" strike="noStrike"/>
                    </a:p>
                  </a:txBody>
                  <a:tcPr marT="45725" marB="45725" marR="0" marL="0" anchor="ctr">
                    <a:lnL cap="flat" cmpd="sng" w="9525">
                      <a:solidFill>
                        <a:srgbClr val="03A9F4"/>
                      </a:solidFill>
                      <a:prstDash val="solid"/>
                      <a:round/>
                      <a:headEnd len="sm" w="sm" type="none"/>
                      <a:tailEnd len="sm" w="sm" type="none"/>
                    </a:lnL>
                    <a:lnR cap="flat" cmpd="sng" w="9525">
                      <a:solidFill>
                        <a:srgbClr val="03A9F4"/>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03A9F4"/>
                    </a:solidFill>
                  </a:tcPr>
                </a:tc>
                <a:tc gridSpan="3">
                  <a:txBody>
                    <a:bodyPr/>
                    <a:lstStyle/>
                    <a:p>
                      <a:pPr indent="0" lvl="0" marL="0" marR="0" rtl="0" algn="l">
                        <a:lnSpc>
                          <a:spcPct val="100000"/>
                        </a:lnSpc>
                        <a:spcBef>
                          <a:spcPts val="0"/>
                        </a:spcBef>
                        <a:spcAft>
                          <a:spcPts val="0"/>
                        </a:spcAft>
                        <a:buClr>
                          <a:schemeClr val="dk1"/>
                        </a:buClr>
                        <a:buSzPts val="1100"/>
                        <a:buFont typeface="Calibri"/>
                        <a:buNone/>
                      </a:pPr>
                      <a:r>
                        <a:rPr b="1" lang="ko-KR" sz="1100">
                          <a:latin typeface="Malgun Gothic"/>
                          <a:ea typeface="Malgun Gothic"/>
                          <a:cs typeface="Malgun Gothic"/>
                          <a:sym typeface="Malgun Gothic"/>
                        </a:rPr>
                        <a:t>[12미매02-02] 아날로그와 디지털 매체를 타 분야와 연결하고 융합하며 매체의 가치를 공유할 수 있다. </a:t>
                      </a:r>
                      <a:endParaRPr b="1" sz="1100" u="none" cap="none" strike="noStrike">
                        <a:solidFill>
                          <a:schemeClr val="dk1"/>
                        </a:solidFill>
                        <a:latin typeface="Malgun Gothic"/>
                        <a:ea typeface="Malgun Gothic"/>
                        <a:cs typeface="Malgun Gothic"/>
                        <a:sym typeface="Malgun Gothic"/>
                      </a:endParaRPr>
                    </a:p>
                  </a:txBody>
                  <a:tcPr marT="45725" marB="45725" marR="90000" marL="90000" anchor="ctr">
                    <a:lnL cap="flat" cmpd="sng" w="9525">
                      <a:solidFill>
                        <a:srgbClr val="03A9F4"/>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3A9F4"/>
                      </a:solidFill>
                      <a:prstDash val="solid"/>
                      <a:round/>
                      <a:headEnd len="sm" w="sm" type="none"/>
                      <a:tailEnd len="sm" w="sm" type="none"/>
                    </a:lnT>
                    <a:lnB cap="flat" cmpd="sng" w="9525">
                      <a:solidFill>
                        <a:srgbClr val="03A9F4"/>
                      </a:solidFill>
                      <a:prstDash val="solid"/>
                      <a:round/>
                      <a:headEnd len="sm" w="sm" type="none"/>
                      <a:tailEnd len="sm" w="sm" type="none"/>
                    </a:lnB>
                    <a:solidFill>
                      <a:schemeClr val="lt1"/>
                    </a:solidFill>
                  </a:tcPr>
                </a:tc>
                <a:tc hMerge="1"/>
                <a:tc hMerge="1"/>
              </a:tr>
              <a:tr h="275450">
                <a:tc>
                  <a:txBody>
                    <a:bodyPr/>
                    <a:lstStyle/>
                    <a:p>
                      <a:pPr indent="0" lvl="0" marL="0" marR="0" rtl="0" algn="ctr">
                        <a:lnSpc>
                          <a:spcPct val="100000"/>
                        </a:lnSpc>
                        <a:spcBef>
                          <a:spcPts val="0"/>
                        </a:spcBef>
                        <a:spcAft>
                          <a:spcPts val="0"/>
                        </a:spcAft>
                        <a:buClr>
                          <a:schemeClr val="lt1"/>
                        </a:buClr>
                        <a:buSzPts val="1100"/>
                        <a:buFont typeface="Malgun Gothic"/>
                        <a:buNone/>
                      </a:pPr>
                      <a:r>
                        <a:rPr b="1" lang="ko-KR" sz="1100" u="none" cap="none" strike="noStrike">
                          <a:solidFill>
                            <a:schemeClr val="lt1"/>
                          </a:solidFill>
                          <a:latin typeface="Malgun Gothic"/>
                          <a:ea typeface="Malgun Gothic"/>
                          <a:cs typeface="Malgun Gothic"/>
                          <a:sym typeface="Malgun Gothic"/>
                        </a:rPr>
                        <a:t>탐구 질문</a:t>
                      </a:r>
                      <a:endParaRPr b="1" sz="1100" u="none" cap="none" strike="noStrike">
                        <a:solidFill>
                          <a:schemeClr val="lt1"/>
                        </a:solidFill>
                        <a:latin typeface="Malgun Gothic"/>
                        <a:ea typeface="Malgun Gothic"/>
                        <a:cs typeface="Malgun Gothic"/>
                        <a:sym typeface="Malgun Gothic"/>
                      </a:endParaRPr>
                    </a:p>
                  </a:txBody>
                  <a:tcPr marT="45725" marB="45725" marR="0" marL="0" anchor="ctr">
                    <a:lnL cap="flat" cmpd="sng" w="9525">
                      <a:solidFill>
                        <a:srgbClr val="000000">
                          <a:alpha val="0"/>
                        </a:srgbClr>
                      </a:solidFill>
                      <a:prstDash val="solid"/>
                      <a:round/>
                      <a:headEnd len="sm" w="sm" type="none"/>
                      <a:tailEnd len="sm" w="sm" type="none"/>
                    </a:lnL>
                    <a:lnR cap="flat" cmpd="sng" w="9525">
                      <a:solidFill>
                        <a:srgbClr val="03A9F4"/>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03A9F4"/>
                    </a:solidFill>
                  </a:tcPr>
                </a:tc>
                <a:tc gridSpan="5">
                  <a:txBody>
                    <a:bodyPr/>
                    <a:lstStyle/>
                    <a:p>
                      <a:pPr indent="0" lvl="0" marL="0" marR="0" rtl="0" algn="l">
                        <a:lnSpc>
                          <a:spcPct val="100000"/>
                        </a:lnSpc>
                        <a:spcBef>
                          <a:spcPts val="0"/>
                        </a:spcBef>
                        <a:spcAft>
                          <a:spcPts val="0"/>
                        </a:spcAft>
                        <a:buClr>
                          <a:schemeClr val="dk1"/>
                        </a:buClr>
                        <a:buSzPts val="1100"/>
                        <a:buFont typeface="Calibri"/>
                        <a:buNone/>
                      </a:pPr>
                      <a:r>
                        <a:rPr b="1" lang="ko-KR" sz="1100">
                          <a:latin typeface="Malgun Gothic"/>
                          <a:ea typeface="Malgun Gothic"/>
                          <a:cs typeface="Malgun Gothic"/>
                          <a:sym typeface="Malgun Gothic"/>
                        </a:rPr>
                        <a:t>지역 사회의 물리적 변화(재개발 데이터)를 어떻게 심리적 안식처인 '둥지'라는 조형적 요소로 변환하고, 작품을 통해 타인과 공감할 수 있을까? </a:t>
                      </a:r>
                      <a:endParaRPr b="1" sz="1100" u="none" cap="none" strike="noStrike">
                        <a:solidFill>
                          <a:schemeClr val="dk1"/>
                        </a:solidFill>
                        <a:latin typeface="Malgun Gothic"/>
                        <a:ea typeface="Malgun Gothic"/>
                        <a:cs typeface="Malgun Gothic"/>
                        <a:sym typeface="Malgun Gothic"/>
                      </a:endParaRPr>
                    </a:p>
                  </a:txBody>
                  <a:tcPr marT="45725" marB="45725" marR="90000" marL="90000" anchor="ctr">
                    <a:lnL cap="flat" cmpd="sng" w="9525">
                      <a:solidFill>
                        <a:srgbClr val="03A9F4"/>
                      </a:solidFill>
                      <a:prstDash val="solid"/>
                      <a:round/>
                      <a:headEnd len="sm" w="sm" type="none"/>
                      <a:tailEnd len="sm" w="sm" type="none"/>
                    </a:lnL>
                    <a:lnR cap="flat" cmpd="sng" w="9525">
                      <a:solidFill>
                        <a:srgbClr val="03A9F4"/>
                      </a:solidFill>
                      <a:prstDash val="solid"/>
                      <a:round/>
                      <a:headEnd len="sm" w="sm" type="none"/>
                      <a:tailEnd len="sm" w="sm" type="none"/>
                    </a:lnR>
                    <a:lnT cap="flat" cmpd="sng" w="9525">
                      <a:solidFill>
                        <a:srgbClr val="03A9F4"/>
                      </a:solidFill>
                      <a:prstDash val="solid"/>
                      <a:round/>
                      <a:headEnd len="sm" w="sm" type="none"/>
                      <a:tailEnd len="sm" w="sm" type="none"/>
                    </a:lnT>
                    <a:lnB cap="flat" cmpd="sng" w="9525">
                      <a:solidFill>
                        <a:srgbClr val="03A9F4"/>
                      </a:solidFill>
                      <a:prstDash val="solid"/>
                      <a:round/>
                      <a:headEnd len="sm" w="sm" type="none"/>
                      <a:tailEnd len="sm" w="sm" type="none"/>
                    </a:lnB>
                    <a:solidFill>
                      <a:schemeClr val="lt1"/>
                    </a:solidFill>
                  </a:tcPr>
                </a:tc>
                <a:tc hMerge="1"/>
                <a:tc hMerge="1"/>
                <a:tc hMerge="1"/>
                <a:tc hMerge="1"/>
                <a:tc>
                  <a:txBody>
                    <a:bodyPr/>
                    <a:lstStyle/>
                    <a:p>
                      <a:pPr indent="0" lvl="0" marL="0" marR="0" rtl="0" algn="ctr">
                        <a:lnSpc>
                          <a:spcPct val="100000"/>
                        </a:lnSpc>
                        <a:spcBef>
                          <a:spcPts val="0"/>
                        </a:spcBef>
                        <a:spcAft>
                          <a:spcPts val="0"/>
                        </a:spcAft>
                        <a:buClr>
                          <a:srgbClr val="000000"/>
                        </a:buClr>
                        <a:buSzPts val="1100"/>
                        <a:buFont typeface="Arial"/>
                        <a:buNone/>
                      </a:pPr>
                      <a:r>
                        <a:rPr b="1" lang="ko-KR" sz="1100" u="none" cap="none" strike="noStrike">
                          <a:solidFill>
                            <a:schemeClr val="lt1"/>
                          </a:solidFill>
                          <a:latin typeface="Malgun Gothic"/>
                          <a:ea typeface="Malgun Gothic"/>
                          <a:cs typeface="Malgun Gothic"/>
                          <a:sym typeface="Malgun Gothic"/>
                        </a:rPr>
                        <a:t>AI</a:t>
                      </a:r>
                      <a:r>
                        <a:rPr b="1" lang="ko-KR" sz="1100" u="none" cap="none" strike="noStrike">
                          <a:solidFill>
                            <a:schemeClr val="lt1"/>
                          </a:solidFill>
                        </a:rPr>
                        <a:t>·</a:t>
                      </a:r>
                      <a:r>
                        <a:rPr b="1" lang="ko-KR" sz="1100" u="none" cap="none" strike="noStrike">
                          <a:solidFill>
                            <a:schemeClr val="lt1"/>
                          </a:solidFill>
                          <a:latin typeface="Malgun Gothic"/>
                          <a:ea typeface="Malgun Gothic"/>
                          <a:cs typeface="Malgun Gothic"/>
                          <a:sym typeface="Malgun Gothic"/>
                        </a:rPr>
                        <a:t>디지털 도구</a:t>
                      </a:r>
                      <a:endParaRPr sz="1400" u="none" cap="none" strike="noStrike"/>
                    </a:p>
                  </a:txBody>
                  <a:tcPr marT="45725" marB="45725" marR="0" marL="0" anchor="ctr">
                    <a:lnL cap="flat" cmpd="sng" w="9525">
                      <a:solidFill>
                        <a:srgbClr val="03A9F4"/>
                      </a:solidFill>
                      <a:prstDash val="solid"/>
                      <a:round/>
                      <a:headEnd len="sm" w="sm" type="none"/>
                      <a:tailEnd len="sm" w="sm" type="none"/>
                    </a:lnL>
                    <a:lnR cap="flat" cmpd="sng" w="9525">
                      <a:solidFill>
                        <a:srgbClr val="03A9F4"/>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03A9F4"/>
                    </a:solidFill>
                  </a:tcPr>
                </a:tc>
                <a:tc gridSpan="3">
                  <a:txBody>
                    <a:bodyPr/>
                    <a:lstStyle/>
                    <a:p>
                      <a:pPr indent="0" lvl="0" marL="0" marR="0" rtl="0" algn="l">
                        <a:lnSpc>
                          <a:spcPct val="100000"/>
                        </a:lnSpc>
                        <a:spcBef>
                          <a:spcPts val="0"/>
                        </a:spcBef>
                        <a:spcAft>
                          <a:spcPts val="0"/>
                        </a:spcAft>
                        <a:buClr>
                          <a:schemeClr val="dk1"/>
                        </a:buClr>
                        <a:buSzPts val="1100"/>
                        <a:buFont typeface="Calibri"/>
                        <a:buNone/>
                      </a:pPr>
                      <a:r>
                        <a:rPr b="1" lang="ko-KR" sz="1100">
                          <a:latin typeface="Malgun Gothic"/>
                          <a:ea typeface="Malgun Gothic"/>
                          <a:cs typeface="Malgun Gothic"/>
                          <a:sym typeface="Malgun Gothic"/>
                        </a:rPr>
                        <a:t>Notebook LM, ChatGPT (데이터 분석 및 조형 요소 치환 보조), 패들렛(Padlet) (e-포트폴리오 기록 및 가상 전시) </a:t>
                      </a:r>
                      <a:endParaRPr b="1" sz="1100" u="none" cap="none" strike="noStrike">
                        <a:solidFill>
                          <a:schemeClr val="dk1"/>
                        </a:solidFill>
                        <a:latin typeface="Malgun Gothic"/>
                        <a:ea typeface="Malgun Gothic"/>
                        <a:cs typeface="Malgun Gothic"/>
                        <a:sym typeface="Malgun Gothic"/>
                      </a:endParaRPr>
                    </a:p>
                  </a:txBody>
                  <a:tcPr marT="45725" marB="45725" marR="90000" marL="90000" anchor="ctr">
                    <a:lnL cap="flat" cmpd="sng" w="9525">
                      <a:solidFill>
                        <a:srgbClr val="03A9F4"/>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3A9F4"/>
                      </a:solidFill>
                      <a:prstDash val="solid"/>
                      <a:round/>
                      <a:headEnd len="sm" w="sm" type="none"/>
                      <a:tailEnd len="sm" w="sm" type="none"/>
                    </a:lnT>
                    <a:lnB cap="flat" cmpd="sng" w="9525">
                      <a:solidFill>
                        <a:srgbClr val="03A9F4"/>
                      </a:solidFill>
                      <a:prstDash val="solid"/>
                      <a:round/>
                      <a:headEnd len="sm" w="sm" type="none"/>
                      <a:tailEnd len="sm" w="sm" type="none"/>
                    </a:lnB>
                    <a:solidFill>
                      <a:schemeClr val="lt1"/>
                    </a:solidFill>
                  </a:tcPr>
                </a:tc>
                <a:tc hMerge="1"/>
                <a:tc hMerge="1"/>
              </a:tr>
              <a:tr h="540550">
                <a:tc>
                  <a:txBody>
                    <a:bodyPr/>
                    <a:lstStyle/>
                    <a:p>
                      <a:pPr indent="0" lvl="0" marL="0" marR="0" rtl="0" algn="ctr">
                        <a:lnSpc>
                          <a:spcPct val="100000"/>
                        </a:lnSpc>
                        <a:spcBef>
                          <a:spcPts val="0"/>
                        </a:spcBef>
                        <a:spcAft>
                          <a:spcPts val="0"/>
                        </a:spcAft>
                        <a:buClr>
                          <a:schemeClr val="lt1"/>
                        </a:buClr>
                        <a:buSzPts val="1100"/>
                        <a:buFont typeface="Malgun Gothic"/>
                        <a:buNone/>
                      </a:pPr>
                      <a:r>
                        <a:rPr b="1" lang="ko-KR" sz="1100" u="none" cap="none" strike="noStrike">
                          <a:solidFill>
                            <a:schemeClr val="lt1"/>
                          </a:solidFill>
                          <a:latin typeface="Malgun Gothic"/>
                          <a:ea typeface="Malgun Gothic"/>
                          <a:cs typeface="Malgun Gothic"/>
                          <a:sym typeface="Malgun Gothic"/>
                        </a:rPr>
                        <a:t>수업 의도</a:t>
                      </a:r>
                      <a:endParaRPr b="1" sz="1100" u="none" cap="none" strike="noStrike">
                        <a:solidFill>
                          <a:schemeClr val="lt1"/>
                        </a:solidFill>
                        <a:latin typeface="Malgun Gothic"/>
                        <a:ea typeface="Malgun Gothic"/>
                        <a:cs typeface="Malgun Gothic"/>
                        <a:sym typeface="Malgun Gothic"/>
                      </a:endParaRPr>
                    </a:p>
                  </a:txBody>
                  <a:tcPr marT="45725" marB="45725" marR="0" marL="0" anchor="ctr">
                    <a:lnL cap="flat" cmpd="sng" w="9525">
                      <a:solidFill>
                        <a:srgbClr val="000000">
                          <a:alpha val="0"/>
                        </a:srgbClr>
                      </a:solidFill>
                      <a:prstDash val="solid"/>
                      <a:round/>
                      <a:headEnd len="sm" w="sm" type="none"/>
                      <a:tailEnd len="sm" w="sm" type="none"/>
                    </a:lnL>
                    <a:lnR cap="flat" cmpd="sng" w="9525">
                      <a:solidFill>
                        <a:srgbClr val="03A9F4"/>
                      </a:solidFill>
                      <a:prstDash val="solid"/>
                      <a:round/>
                      <a:headEnd len="sm" w="sm" type="none"/>
                      <a:tailEnd len="sm" w="sm" type="none"/>
                    </a:lnR>
                    <a:lnT cap="flat" cmpd="sng" w="9525">
                      <a:solidFill>
                        <a:schemeClr val="lt1"/>
                      </a:solidFill>
                      <a:prstDash val="solid"/>
                      <a:round/>
                      <a:headEnd len="sm" w="sm" type="none"/>
                      <a:tailEnd len="sm" w="sm" type="none"/>
                    </a:lnT>
                    <a:lnB cap="flat" cmpd="sng" w="19050">
                      <a:solidFill>
                        <a:srgbClr val="03A9F4"/>
                      </a:solidFill>
                      <a:prstDash val="solid"/>
                      <a:round/>
                      <a:headEnd len="sm" w="sm" type="none"/>
                      <a:tailEnd len="sm" w="sm" type="none"/>
                    </a:lnB>
                    <a:solidFill>
                      <a:srgbClr val="03A9F4"/>
                    </a:solidFill>
                  </a:tcPr>
                </a:tc>
                <a:tc gridSpan="5">
                  <a:txBody>
                    <a:bodyPr/>
                    <a:lstStyle/>
                    <a:p>
                      <a:pPr indent="0" lvl="0" marL="0" marR="0" rtl="0" algn="l">
                        <a:lnSpc>
                          <a:spcPct val="100000"/>
                        </a:lnSpc>
                        <a:spcBef>
                          <a:spcPts val="0"/>
                        </a:spcBef>
                        <a:spcAft>
                          <a:spcPts val="0"/>
                        </a:spcAft>
                        <a:buClr>
                          <a:srgbClr val="000000"/>
                        </a:buClr>
                        <a:buSzPts val="1100"/>
                        <a:buFont typeface="Arial"/>
                        <a:buNone/>
                      </a:pPr>
                      <a:r>
                        <a:rPr b="1" lang="ko-KR" sz="1100">
                          <a:latin typeface="Malgun Gothic"/>
                          <a:ea typeface="Malgun Gothic"/>
                          <a:cs typeface="Malgun Gothic"/>
                          <a:sym typeface="Malgun Gothic"/>
                        </a:rPr>
                        <a:t>아날로그 매체와 디지털 매체를 융합하여 지역 사회의 쟁점을 주제로 창의적인 작품을 기획한다. 공공데이터 시각화 원리를 적용하여 모빌을 제작하고, 서클 기반 토의를 통해 학생들의 사회정서적(SEL) 역량과 미적 공감 능력을 기르며 진로 맞춤형 포트폴리오를 구축한다. </a:t>
                      </a:r>
                      <a:endParaRPr b="1" sz="1100" u="none" cap="none" strike="noStrike">
                        <a:solidFill>
                          <a:schemeClr val="dk1"/>
                        </a:solidFill>
                        <a:latin typeface="Malgun Gothic"/>
                        <a:ea typeface="Malgun Gothic"/>
                        <a:cs typeface="Malgun Gothic"/>
                        <a:sym typeface="Malgun Gothic"/>
                      </a:endParaRPr>
                    </a:p>
                  </a:txBody>
                  <a:tcPr marT="45725" marB="45725" marR="90000" marL="90000" anchor="ctr">
                    <a:lnL cap="flat" cmpd="sng" w="9525">
                      <a:solidFill>
                        <a:srgbClr val="03A9F4"/>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3A9F4"/>
                      </a:solidFill>
                      <a:prstDash val="solid"/>
                      <a:round/>
                      <a:headEnd len="sm" w="sm" type="none"/>
                      <a:tailEnd len="sm" w="sm" type="none"/>
                    </a:lnT>
                    <a:lnB cap="flat" cmpd="sng" w="19050">
                      <a:solidFill>
                        <a:srgbClr val="03A9F4"/>
                      </a:solidFill>
                      <a:prstDash val="solid"/>
                      <a:round/>
                      <a:headEnd len="sm" w="sm" type="none"/>
                      <a:tailEnd len="sm" w="sm" type="none"/>
                    </a:lnB>
                    <a:solidFill>
                      <a:schemeClr val="lt1"/>
                    </a:solidFill>
                  </a:tcPr>
                </a:tc>
                <a:tc hMerge="1"/>
                <a:tc hMerge="1"/>
                <a:tc hMerge="1"/>
                <a:tc hMerge="1"/>
                <a:tc>
                  <a:txBody>
                    <a:bodyPr/>
                    <a:lstStyle/>
                    <a:p>
                      <a:pPr indent="0" lvl="0" marL="0" marR="0" rtl="0" algn="l">
                        <a:lnSpc>
                          <a:spcPct val="100000"/>
                        </a:lnSpc>
                        <a:spcBef>
                          <a:spcPts val="0"/>
                        </a:spcBef>
                        <a:spcAft>
                          <a:spcPts val="0"/>
                        </a:spcAft>
                        <a:buClr>
                          <a:srgbClr val="000000"/>
                        </a:buClr>
                        <a:buSzPts val="1100"/>
                        <a:buFont typeface="Arial"/>
                        <a:buNone/>
                      </a:pPr>
                      <a:r>
                        <a:rPr b="1" lang="ko-KR" sz="1100" u="none" cap="none" strike="noStrike">
                          <a:solidFill>
                            <a:schemeClr val="lt1"/>
                          </a:solidFill>
                          <a:latin typeface="Malgun Gothic"/>
                          <a:ea typeface="Malgun Gothic"/>
                          <a:cs typeface="Malgun Gothic"/>
                          <a:sym typeface="Malgun Gothic"/>
                        </a:rPr>
                        <a:t>수업 전 학생 및 과제 분석</a:t>
                      </a:r>
                      <a:endParaRPr sz="1400" u="none" cap="none" strike="noStrike"/>
                    </a:p>
                  </a:txBody>
                  <a:tcPr marT="45725" marB="45725" marR="90000" marL="90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lt1"/>
                      </a:solidFill>
                      <a:prstDash val="solid"/>
                      <a:round/>
                      <a:headEnd len="sm" w="sm" type="none"/>
                      <a:tailEnd len="sm" w="sm" type="none"/>
                    </a:lnT>
                    <a:lnB cap="flat" cmpd="sng" w="19050">
                      <a:solidFill>
                        <a:srgbClr val="03A9F4"/>
                      </a:solidFill>
                      <a:prstDash val="solid"/>
                      <a:round/>
                      <a:headEnd len="sm" w="sm" type="none"/>
                      <a:tailEnd len="sm" w="sm" type="none"/>
                    </a:lnB>
                    <a:solidFill>
                      <a:srgbClr val="03A9F4"/>
                    </a:solidFill>
                  </a:tcPr>
                </a:tc>
                <a:tc gridSpan="3">
                  <a:txBody>
                    <a:bodyPr/>
                    <a:lstStyle/>
                    <a:p>
                      <a:pPr indent="0" lvl="0" marL="0" rtl="0" algn="l">
                        <a:lnSpc>
                          <a:spcPct val="115000"/>
                        </a:lnSpc>
                        <a:spcBef>
                          <a:spcPts val="1200"/>
                        </a:spcBef>
                        <a:spcAft>
                          <a:spcPts val="1200"/>
                        </a:spcAft>
                        <a:buClr>
                          <a:schemeClr val="dk1"/>
                        </a:buClr>
                        <a:buSzPts val="1100"/>
                        <a:buFont typeface="Arial"/>
                        <a:buNone/>
                      </a:pPr>
                      <a:r>
                        <a:rPr b="1" lang="ko-KR" sz="1100">
                          <a:latin typeface="Malgun Gothic"/>
                          <a:ea typeface="Malgun Gothic"/>
                          <a:cs typeface="Malgun Gothic"/>
                          <a:sym typeface="Malgun Gothic"/>
                        </a:rPr>
                        <a:t>- 학생 분석:  인문·사회 현상에 관심이 많으나 이를 시각적 데이터로 치환하는 조형적 경험은 부족함. - 과제 분석: 방대한 공공 텍스트/수치 데이터를 시각 요소로 변환하는 프롬프트 엔지니어링 및 매핑 과정에 대한 교사의 스캐폴딩이 필요함.</a:t>
                      </a:r>
                      <a:endParaRPr b="1" sz="1100">
                        <a:latin typeface="Malgun Gothic"/>
                        <a:ea typeface="Malgun Gothic"/>
                        <a:cs typeface="Malgun Gothic"/>
                        <a:sym typeface="Malgun Gothic"/>
                      </a:endParaRPr>
                    </a:p>
                  </a:txBody>
                  <a:tcPr marT="45725" marB="45725" marR="90000" marL="90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3A9F4"/>
                      </a:solidFill>
                      <a:prstDash val="solid"/>
                      <a:round/>
                      <a:headEnd len="sm" w="sm" type="none"/>
                      <a:tailEnd len="sm" w="sm" type="none"/>
                    </a:lnT>
                    <a:lnB cap="flat" cmpd="sng" w="19050">
                      <a:solidFill>
                        <a:srgbClr val="03A9F4"/>
                      </a:solidFill>
                      <a:prstDash val="solid"/>
                      <a:round/>
                      <a:headEnd len="sm" w="sm" type="none"/>
                      <a:tailEnd len="sm" w="sm" type="none"/>
                    </a:lnB>
                    <a:solidFill>
                      <a:schemeClr val="lt1"/>
                    </a:solidFill>
                  </a:tcPr>
                </a:tc>
                <a:tc hMerge="1"/>
                <a:tc hMerge="1"/>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name="Office 2013 - 2022 테마">
  <a:themeElements>
    <a:clrScheme name="Office 테마">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테마">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2024-11-26T13:26:02Z</dcterms:created>
  <dc:creator>MOE</dc:creator>
</cp:coreProperties>
</file>